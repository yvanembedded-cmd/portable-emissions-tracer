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6"/>
  </p:notesMasterIdLst>
  <p:handoutMasterIdLst>
    <p:handoutMasterId r:id="rId7"/>
  </p:handoutMasterIdLst>
  <p:sldIdLst>
    <p:sldId id="256" r:id="rId5"/>
  </p:sldIdLst>
  <p:sldSz cx="38404800" cy="32918400"/>
  <p:notesSz cx="9296400" cy="7010400"/>
  <p:defaultTextStyle>
    <a:defPPr>
      <a:defRPr lang="en-US"/>
    </a:defPPr>
    <a:lvl1pPr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1pPr>
    <a:lvl2pPr marL="4572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2pPr>
    <a:lvl3pPr marL="9144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3pPr>
    <a:lvl4pPr marL="13716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4pPr>
    <a:lvl5pPr marL="18288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5pPr>
    <a:lvl6pPr marL="2286000" algn="l" defTabSz="914400" rtl="0" eaLnBrk="1" latinLnBrk="0" hangingPunct="1">
      <a:defRPr sz="5400" b="1" kern="1200">
        <a:solidFill>
          <a:schemeClr val="tx1"/>
        </a:solidFill>
        <a:latin typeface="Times New Roman" pitchFamily="18" charset="0"/>
        <a:ea typeface="+mn-ea"/>
        <a:cs typeface="+mn-cs"/>
      </a:defRPr>
    </a:lvl6pPr>
    <a:lvl7pPr marL="2743200" algn="l" defTabSz="914400" rtl="0" eaLnBrk="1" latinLnBrk="0" hangingPunct="1">
      <a:defRPr sz="5400" b="1" kern="1200">
        <a:solidFill>
          <a:schemeClr val="tx1"/>
        </a:solidFill>
        <a:latin typeface="Times New Roman" pitchFamily="18" charset="0"/>
        <a:ea typeface="+mn-ea"/>
        <a:cs typeface="+mn-cs"/>
      </a:defRPr>
    </a:lvl7pPr>
    <a:lvl8pPr marL="3200400" algn="l" defTabSz="914400" rtl="0" eaLnBrk="1" latinLnBrk="0" hangingPunct="1">
      <a:defRPr sz="5400" b="1" kern="1200">
        <a:solidFill>
          <a:schemeClr val="tx1"/>
        </a:solidFill>
        <a:latin typeface="Times New Roman" pitchFamily="18" charset="0"/>
        <a:ea typeface="+mn-ea"/>
        <a:cs typeface="+mn-cs"/>
      </a:defRPr>
    </a:lvl8pPr>
    <a:lvl9pPr marL="3657600" algn="l" defTabSz="914400" rtl="0" eaLnBrk="1" latinLnBrk="0" hangingPunct="1">
      <a:defRPr sz="54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3888" userDrawn="1">
          <p15:clr>
            <a:srgbClr val="A4A3A4"/>
          </p15:clr>
        </p15:guide>
        <p15:guide id="2" pos="128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E31"/>
    <a:srgbClr val="FFC629"/>
    <a:srgbClr val="E3B32B"/>
    <a:srgbClr val="D60093"/>
    <a:srgbClr val="F5CB2E"/>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DD5275-007E-89F3-BB84-20391804BABB}" v="62" dt="2026-03-31T19:31:17.7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8" d="100"/>
          <a:sy n="18" d="100"/>
        </p:scale>
        <p:origin x="14" y="149"/>
      </p:cViewPr>
      <p:guideLst>
        <p:guide orient="horz" pos="3888"/>
        <p:guide pos="1282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640" b="1" i="0" u="none" strike="noStrike" kern="1200" baseline="0">
                <a:solidFill>
                  <a:schemeClr val="tx1">
                    <a:lumMod val="65000"/>
                    <a:lumOff val="35000"/>
                  </a:schemeClr>
                </a:solidFill>
                <a:latin typeface="+mn-lt"/>
                <a:ea typeface="+mn-ea"/>
                <a:cs typeface="+mn-cs"/>
              </a:defRPr>
            </a:pPr>
            <a:r>
              <a:rPr lang="en-US"/>
              <a:t>Formaldehyde Gas Concentration </a:t>
            </a:r>
          </a:p>
        </c:rich>
      </c:tx>
      <c:overlay val="0"/>
      <c:spPr>
        <a:noFill/>
        <a:ln>
          <a:noFill/>
        </a:ln>
        <a:effectLst/>
      </c:spPr>
      <c:txPr>
        <a:bodyPr rot="0" spcFirstLastPara="1" vertOverflow="ellipsis" vert="horz" wrap="square" anchor="ctr" anchorCtr="1"/>
        <a:lstStyle/>
        <a:p>
          <a:pPr>
            <a:defRPr sz="2640" b="1" i="0" u="none" strike="noStrike" kern="120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v>Commercial</c:v>
          </c:tx>
          <c:spPr>
            <a:ln w="25400" cap="rnd">
              <a:noFill/>
              <a:round/>
            </a:ln>
            <a:effectLst>
              <a:outerShdw blurRad="57150" dist="19050" dir="5400000" algn="ctr" rotWithShape="0">
                <a:srgbClr val="000000">
                  <a:alpha val="63000"/>
                </a:srgbClr>
              </a:outerShdw>
            </a:effectLst>
          </c:spPr>
          <c:marker>
            <c:symbol val="circle"/>
            <c:size val="6"/>
            <c:spPr>
              <a:solidFill>
                <a:schemeClr val="tx1"/>
              </a:solidFill>
              <a:ln w="63500" cap="rnd">
                <a:solidFill>
                  <a:srgbClr val="000000"/>
                </a:solidFill>
                <a:round/>
              </a:ln>
              <a:effectLst>
                <a:outerShdw blurRad="57150" dist="19050" dir="5400000" algn="ctr" rotWithShape="0">
                  <a:srgbClr val="000000">
                    <a:alpha val="63000"/>
                  </a:srgbClr>
                </a:outerShdw>
              </a:effectLst>
            </c:spPr>
          </c:marker>
          <c:xVal>
            <c:numRef>
              <c:f>'influxdata_2026-03-21T23_49_55Z'!$S$3:$S$8</c:f>
              <c:numCache>
                <c:formatCode>General</c:formatCode>
                <c:ptCount val="6"/>
                <c:pt idx="0">
                  <c:v>3</c:v>
                </c:pt>
                <c:pt idx="1">
                  <c:v>1</c:v>
                </c:pt>
                <c:pt idx="2">
                  <c:v>0.5</c:v>
                </c:pt>
                <c:pt idx="3">
                  <c:v>0.1</c:v>
                </c:pt>
                <c:pt idx="4">
                  <c:v>0.05</c:v>
                </c:pt>
                <c:pt idx="5">
                  <c:v>0.02</c:v>
                </c:pt>
              </c:numCache>
            </c:numRef>
          </c:xVal>
          <c:yVal>
            <c:numRef>
              <c:f>'influxdata_2026-03-21T23_49_55Z'!$T$3:$T$8</c:f>
              <c:numCache>
                <c:formatCode>0.000000</c:formatCode>
                <c:ptCount val="6"/>
                <c:pt idx="0">
                  <c:v>3.0114134416933083E-2</c:v>
                </c:pt>
                <c:pt idx="1">
                  <c:v>2.3422104546503481E-2</c:v>
                </c:pt>
                <c:pt idx="2">
                  <c:v>1.0038044805644346E-2</c:v>
                </c:pt>
                <c:pt idx="3">
                  <c:v>2.0076089611288723E-2</c:v>
                </c:pt>
                <c:pt idx="4">
                  <c:v>0</c:v>
                </c:pt>
                <c:pt idx="5">
                  <c:v>0</c:v>
                </c:pt>
              </c:numCache>
            </c:numRef>
          </c:yVal>
          <c:smooth val="0"/>
          <c:extLst>
            <c:ext xmlns:c16="http://schemas.microsoft.com/office/drawing/2014/chart" uri="{C3380CC4-5D6E-409C-BE32-E72D297353CC}">
              <c16:uniqueId val="{00000000-8B59-4D60-BF07-E96413BC4EC2}"/>
            </c:ext>
          </c:extLst>
        </c:ser>
        <c:ser>
          <c:idx val="1"/>
          <c:order val="1"/>
          <c:tx>
            <c:v>PET</c:v>
          </c:tx>
          <c:spPr>
            <a:ln w="25400" cap="rnd">
              <a:noFill/>
              <a:round/>
            </a:ln>
            <a:effectLst>
              <a:outerShdw blurRad="57150" dist="19050" dir="5400000" algn="ctr" rotWithShape="0">
                <a:srgbClr val="000000">
                  <a:alpha val="63000"/>
                </a:srgbClr>
              </a:outerShdw>
            </a:effectLst>
          </c:spPr>
          <c:marker>
            <c:symbol val="diamond"/>
            <c:size val="6"/>
            <c:spPr>
              <a:solidFill>
                <a:srgbClr val="3333CC"/>
              </a:solidFill>
              <a:ln w="63500" cap="flat">
                <a:solidFill>
                  <a:schemeClr val="accent2"/>
                </a:solidFill>
                <a:miter lim="800000"/>
              </a:ln>
              <a:effectLst>
                <a:outerShdw blurRad="57150" dist="19050" dir="5400000" algn="ctr" rotWithShape="0">
                  <a:srgbClr val="000000">
                    <a:alpha val="63000"/>
                  </a:srgbClr>
                </a:outerShdw>
              </a:effectLst>
            </c:spPr>
          </c:marker>
          <c:xVal>
            <c:numRef>
              <c:f>'influxdata_2026-03-21T23_49_55Z'!$S$12:$S$17</c:f>
              <c:numCache>
                <c:formatCode>General</c:formatCode>
                <c:ptCount val="6"/>
                <c:pt idx="0">
                  <c:v>3</c:v>
                </c:pt>
                <c:pt idx="1">
                  <c:v>1</c:v>
                </c:pt>
                <c:pt idx="2">
                  <c:v>0.5</c:v>
                </c:pt>
                <c:pt idx="3">
                  <c:v>0.1</c:v>
                </c:pt>
                <c:pt idx="4">
                  <c:v>0.05</c:v>
                </c:pt>
                <c:pt idx="5">
                  <c:v>0.02</c:v>
                </c:pt>
              </c:numCache>
            </c:numRef>
          </c:xVal>
          <c:yVal>
            <c:numRef>
              <c:f>'influxdata_2026-03-21T23_49_55Z'!$T$12:$T$17</c:f>
              <c:numCache>
                <c:formatCode>General</c:formatCode>
                <c:ptCount val="6"/>
                <c:pt idx="0">
                  <c:v>9.13613148701874E-3</c:v>
                </c:pt>
                <c:pt idx="1">
                  <c:v>7.0692111074900279E-3</c:v>
                </c:pt>
                <c:pt idx="2">
                  <c:v>2.5398892195768489E-3</c:v>
                </c:pt>
                <c:pt idx="3">
                  <c:v>6.5334703255033218E-3</c:v>
                </c:pt>
                <c:pt idx="4">
                  <c:v>5.5686359729437392E-3</c:v>
                </c:pt>
                <c:pt idx="5">
                  <c:v>-1.0785573944281771E-3</c:v>
                </c:pt>
              </c:numCache>
            </c:numRef>
          </c:yVal>
          <c:smooth val="0"/>
          <c:extLst>
            <c:ext xmlns:c16="http://schemas.microsoft.com/office/drawing/2014/chart" uri="{C3380CC4-5D6E-409C-BE32-E72D297353CC}">
              <c16:uniqueId val="{00000001-8B59-4D60-BF07-E96413BC4EC2}"/>
            </c:ext>
          </c:extLst>
        </c:ser>
        <c:ser>
          <c:idx val="2"/>
          <c:order val="2"/>
          <c:tx>
            <c:v>Theoretical</c:v>
          </c:tx>
          <c:spPr>
            <a:ln w="25400" cap="rnd">
              <a:noFill/>
              <a:round/>
            </a:ln>
            <a:effectLst>
              <a:outerShdw blurRad="57150" dist="19050" dir="5400000" algn="ctr" rotWithShape="0">
                <a:srgbClr val="000000">
                  <a:alpha val="63000"/>
                </a:srgbClr>
              </a:outerShdw>
            </a:effectLst>
          </c:spPr>
          <c:marker>
            <c:symbol val="triangle"/>
            <c:size val="6"/>
            <c:spPr>
              <a:solidFill>
                <a:srgbClr val="0070C0"/>
              </a:solidFill>
              <a:ln w="63500" cap="rnd">
                <a:solidFill>
                  <a:srgbClr val="0070C0"/>
                </a:solidFill>
                <a:miter lim="800000"/>
              </a:ln>
              <a:effectLst>
                <a:outerShdw blurRad="57150" dist="19050" dir="5400000" algn="ctr" rotWithShape="0">
                  <a:srgbClr val="000000">
                    <a:alpha val="63000"/>
                  </a:srgbClr>
                </a:outerShdw>
              </a:effectLst>
            </c:spPr>
          </c:marker>
          <c:xVal>
            <c:numRef>
              <c:f>'influxdata_2026-03-21T23_49_55Z'!$Z$3:$Z$8</c:f>
              <c:numCache>
                <c:formatCode>General</c:formatCode>
                <c:ptCount val="6"/>
                <c:pt idx="0">
                  <c:v>3</c:v>
                </c:pt>
                <c:pt idx="1">
                  <c:v>1</c:v>
                </c:pt>
                <c:pt idx="2">
                  <c:v>0.5</c:v>
                </c:pt>
                <c:pt idx="3">
                  <c:v>0.1</c:v>
                </c:pt>
                <c:pt idx="4">
                  <c:v>0.05</c:v>
                </c:pt>
                <c:pt idx="5">
                  <c:v>0.02</c:v>
                </c:pt>
              </c:numCache>
            </c:numRef>
          </c:xVal>
          <c:yVal>
            <c:numRef>
              <c:f>'influxdata_2026-03-21T23_49_55Z'!$AD$3:$AD$8</c:f>
              <c:numCache>
                <c:formatCode>0.000000</c:formatCode>
                <c:ptCount val="6"/>
                <c:pt idx="0">
                  <c:v>3.0810541543332071E-2</c:v>
                </c:pt>
                <c:pt idx="1">
                  <c:v>1.0270180514444022E-2</c:v>
                </c:pt>
                <c:pt idx="2">
                  <c:v>5.1350902572220112E-3</c:v>
                </c:pt>
                <c:pt idx="3">
                  <c:v>1.0270180514444023E-3</c:v>
                </c:pt>
                <c:pt idx="4">
                  <c:v>5.1350902572220116E-4</c:v>
                </c:pt>
                <c:pt idx="5">
                  <c:v>2.0540361028888047E-4</c:v>
                </c:pt>
              </c:numCache>
            </c:numRef>
          </c:yVal>
          <c:smooth val="0"/>
          <c:extLst>
            <c:ext xmlns:c16="http://schemas.microsoft.com/office/drawing/2014/chart" uri="{C3380CC4-5D6E-409C-BE32-E72D297353CC}">
              <c16:uniqueId val="{00000002-8B59-4D60-BF07-E96413BC4EC2}"/>
            </c:ext>
          </c:extLst>
        </c:ser>
        <c:dLbls>
          <c:showLegendKey val="0"/>
          <c:showVal val="0"/>
          <c:showCatName val="0"/>
          <c:showSerName val="0"/>
          <c:showPercent val="0"/>
          <c:showBubbleSize val="0"/>
        </c:dLbls>
        <c:axId val="2123593936"/>
        <c:axId val="2123612656"/>
      </c:scatterChart>
      <c:valAx>
        <c:axId val="212359393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200" b="0" i="0" u="none" strike="noStrike" kern="1200" baseline="0">
                    <a:solidFill>
                      <a:schemeClr val="tx1">
                        <a:lumMod val="65000"/>
                        <a:lumOff val="35000"/>
                      </a:schemeClr>
                    </a:solidFill>
                    <a:latin typeface="+mn-lt"/>
                    <a:ea typeface="+mn-ea"/>
                    <a:cs typeface="+mn-cs"/>
                  </a:defRPr>
                </a:pPr>
                <a:r>
                  <a:rPr lang="en-US"/>
                  <a:t>Concentration of Formaldehyde Solution (PPM)</a:t>
                </a:r>
              </a:p>
            </c:rich>
          </c:tx>
          <c:overlay val="0"/>
          <c:spPr>
            <a:noFill/>
            <a:ln>
              <a:noFill/>
            </a:ln>
            <a:effectLst/>
          </c:spPr>
          <c:txPr>
            <a:bodyPr rot="0" spcFirstLastPara="1" vertOverflow="ellipsis" vert="horz" wrap="square" anchor="ctr" anchorCtr="1"/>
            <a:lstStyle/>
            <a:p>
              <a:pPr>
                <a:defRPr sz="2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lumMod val="65000"/>
                    <a:lumOff val="35000"/>
                  </a:schemeClr>
                </a:solidFill>
                <a:latin typeface="+mn-lt"/>
                <a:ea typeface="+mn-ea"/>
                <a:cs typeface="+mn-cs"/>
              </a:defRPr>
            </a:pPr>
            <a:endParaRPr lang="en-US"/>
          </a:p>
        </c:txPr>
        <c:crossAx val="2123612656"/>
        <c:crosses val="autoZero"/>
        <c:crossBetween val="midCat"/>
      </c:valAx>
      <c:valAx>
        <c:axId val="21236126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200" b="0" i="0" u="none" strike="noStrike" kern="1200" baseline="0">
                    <a:solidFill>
                      <a:schemeClr val="tx1">
                        <a:lumMod val="65000"/>
                        <a:lumOff val="35000"/>
                      </a:schemeClr>
                    </a:solidFill>
                    <a:latin typeface="+mn-lt"/>
                    <a:ea typeface="+mn-ea"/>
                    <a:cs typeface="+mn-cs"/>
                  </a:defRPr>
                </a:pPr>
                <a:r>
                  <a:rPr lang="en-US"/>
                  <a:t>Measured HCHO Concentration (PPM)</a:t>
                </a:r>
              </a:p>
            </c:rich>
          </c:tx>
          <c:overlay val="0"/>
          <c:spPr>
            <a:noFill/>
            <a:ln>
              <a:noFill/>
            </a:ln>
            <a:effectLst/>
          </c:spPr>
          <c:txPr>
            <a:bodyPr rot="-5400000" spcFirstLastPara="1" vertOverflow="ellipsis" vert="horz" wrap="square" anchor="ctr" anchorCtr="1"/>
            <a:lstStyle/>
            <a:p>
              <a:pPr>
                <a:defRPr sz="2200" b="0" i="0" u="none" strike="noStrike" kern="1200" baseline="0">
                  <a:solidFill>
                    <a:schemeClr val="tx1">
                      <a:lumMod val="65000"/>
                      <a:lumOff val="35000"/>
                    </a:schemeClr>
                  </a:solidFill>
                  <a:latin typeface="+mn-lt"/>
                  <a:ea typeface="+mn-ea"/>
                  <a:cs typeface="+mn-cs"/>
                </a:defRPr>
              </a:pPr>
              <a:endParaRPr lang="en-US"/>
            </a:p>
          </c:txPr>
        </c:title>
        <c:numFmt formatCode="0.000000"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lumMod val="65000"/>
                    <a:lumOff val="35000"/>
                  </a:schemeClr>
                </a:solidFill>
                <a:latin typeface="+mn-lt"/>
                <a:ea typeface="+mn-ea"/>
                <a:cs typeface="+mn-cs"/>
              </a:defRPr>
            </a:pPr>
            <a:endParaRPr lang="en-US"/>
          </a:p>
        </c:txPr>
        <c:crossAx val="2123593936"/>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2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rgbClr val="FFFFFF"/>
    </a:solidFill>
    <a:ln>
      <a:solidFill>
        <a:srgbClr val="000000"/>
      </a:solidFill>
    </a:ln>
    <a:effectLst/>
  </c:spPr>
  <c:txPr>
    <a:bodyPr/>
    <a:lstStyle/>
    <a:p>
      <a:pPr>
        <a:defRPr sz="2200"/>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3">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027488" cy="350838"/>
          </a:xfrm>
          <a:prstGeom prst="rect">
            <a:avLst/>
          </a:prstGeom>
          <a:noFill/>
          <a:ln w="9525">
            <a:noFill/>
            <a:miter lim="800000"/>
            <a:headEnd/>
            <a:tailEnd/>
          </a:ln>
          <a:effectLst/>
        </p:spPr>
        <p:txBody>
          <a:bodyPr vert="horz" wrap="square" lIns="93160" tIns="46580" rIns="93160" bIns="46580" numCol="1" anchor="t" anchorCtr="0" compatLnSpc="1">
            <a:prstTxWarp prst="textNoShape">
              <a:avLst/>
            </a:prstTxWarp>
          </a:bodyPr>
          <a:lstStyle>
            <a:lvl1pPr algn="l" defTabSz="931696">
              <a:lnSpc>
                <a:spcPct val="100000"/>
              </a:lnSpc>
              <a:spcBef>
                <a:spcPct val="0"/>
              </a:spcBef>
              <a:defRPr sz="1200" b="0"/>
            </a:lvl1pPr>
          </a:lstStyle>
          <a:p>
            <a:pPr>
              <a:defRPr/>
            </a:pPr>
            <a:endParaRPr lang="en-US"/>
          </a:p>
        </p:txBody>
      </p:sp>
      <p:sp>
        <p:nvSpPr>
          <p:cNvPr id="4099" name="Rectangle 3"/>
          <p:cNvSpPr>
            <a:spLocks noGrp="1" noChangeArrowheads="1"/>
          </p:cNvSpPr>
          <p:nvPr>
            <p:ph type="dt" sz="quarter" idx="1"/>
          </p:nvPr>
        </p:nvSpPr>
        <p:spPr bwMode="auto">
          <a:xfrm>
            <a:off x="5268913" y="0"/>
            <a:ext cx="4027487" cy="350838"/>
          </a:xfrm>
          <a:prstGeom prst="rect">
            <a:avLst/>
          </a:prstGeom>
          <a:noFill/>
          <a:ln w="9525">
            <a:noFill/>
            <a:miter lim="800000"/>
            <a:headEnd/>
            <a:tailEnd/>
          </a:ln>
          <a:effectLst/>
        </p:spPr>
        <p:txBody>
          <a:bodyPr vert="horz" wrap="square" lIns="93160" tIns="46580" rIns="93160" bIns="46580" numCol="1" anchor="t" anchorCtr="0" compatLnSpc="1">
            <a:prstTxWarp prst="textNoShape">
              <a:avLst/>
            </a:prstTxWarp>
          </a:bodyPr>
          <a:lstStyle>
            <a:lvl1pPr algn="r" defTabSz="931696">
              <a:lnSpc>
                <a:spcPct val="100000"/>
              </a:lnSpc>
              <a:spcBef>
                <a:spcPct val="0"/>
              </a:spcBef>
              <a:defRPr sz="1200" b="0"/>
            </a:lvl1pPr>
          </a:lstStyle>
          <a:p>
            <a:pPr>
              <a:defRPr/>
            </a:pPr>
            <a:endParaRPr lang="en-US"/>
          </a:p>
        </p:txBody>
      </p:sp>
      <p:sp>
        <p:nvSpPr>
          <p:cNvPr id="4100" name="Rectangle 4"/>
          <p:cNvSpPr>
            <a:spLocks noGrp="1" noChangeArrowheads="1"/>
          </p:cNvSpPr>
          <p:nvPr>
            <p:ph type="ftr" sz="quarter" idx="2"/>
          </p:nvPr>
        </p:nvSpPr>
        <p:spPr bwMode="auto">
          <a:xfrm>
            <a:off x="0" y="6659563"/>
            <a:ext cx="4027488" cy="350837"/>
          </a:xfrm>
          <a:prstGeom prst="rect">
            <a:avLst/>
          </a:prstGeom>
          <a:noFill/>
          <a:ln w="9525">
            <a:noFill/>
            <a:miter lim="800000"/>
            <a:headEnd/>
            <a:tailEnd/>
          </a:ln>
          <a:effectLst/>
        </p:spPr>
        <p:txBody>
          <a:bodyPr vert="horz" wrap="square" lIns="93160" tIns="46580" rIns="93160" bIns="46580" numCol="1" anchor="b" anchorCtr="0" compatLnSpc="1">
            <a:prstTxWarp prst="textNoShape">
              <a:avLst/>
            </a:prstTxWarp>
          </a:bodyPr>
          <a:lstStyle>
            <a:lvl1pPr algn="l" defTabSz="931696">
              <a:lnSpc>
                <a:spcPct val="100000"/>
              </a:lnSpc>
              <a:spcBef>
                <a:spcPct val="0"/>
              </a:spcBef>
              <a:defRPr sz="1200" b="0"/>
            </a:lvl1pPr>
          </a:lstStyle>
          <a:p>
            <a:pPr>
              <a:defRPr/>
            </a:pPr>
            <a:endParaRPr lang="en-US"/>
          </a:p>
        </p:txBody>
      </p:sp>
      <p:sp>
        <p:nvSpPr>
          <p:cNvPr id="4101" name="Rectangle 5"/>
          <p:cNvSpPr>
            <a:spLocks noGrp="1" noChangeArrowheads="1"/>
          </p:cNvSpPr>
          <p:nvPr>
            <p:ph type="sldNum" sz="quarter" idx="3"/>
          </p:nvPr>
        </p:nvSpPr>
        <p:spPr bwMode="auto">
          <a:xfrm>
            <a:off x="5268913" y="6659563"/>
            <a:ext cx="4027487" cy="350837"/>
          </a:xfrm>
          <a:prstGeom prst="rect">
            <a:avLst/>
          </a:prstGeom>
          <a:noFill/>
          <a:ln w="9525">
            <a:noFill/>
            <a:miter lim="800000"/>
            <a:headEnd/>
            <a:tailEnd/>
          </a:ln>
          <a:effectLst/>
        </p:spPr>
        <p:txBody>
          <a:bodyPr vert="horz" wrap="square" lIns="93160" tIns="46580" rIns="93160" bIns="46580" numCol="1" anchor="b" anchorCtr="0" compatLnSpc="1">
            <a:prstTxWarp prst="textNoShape">
              <a:avLst/>
            </a:prstTxWarp>
          </a:bodyPr>
          <a:lstStyle>
            <a:lvl1pPr algn="r" defTabSz="931696">
              <a:lnSpc>
                <a:spcPct val="100000"/>
              </a:lnSpc>
              <a:spcBef>
                <a:spcPct val="0"/>
              </a:spcBef>
              <a:defRPr sz="1200" b="0"/>
            </a:lvl1pPr>
          </a:lstStyle>
          <a:p>
            <a:pPr>
              <a:defRPr/>
            </a:pPr>
            <a:fld id="{51BFBB92-9EAF-4A98-AC69-D6A49C72F0D0}" type="slidenum">
              <a:rPr lang="en-US"/>
              <a:pPr>
                <a:defRPr/>
              </a:pPr>
              <a:t>‹#›</a:t>
            </a:fld>
            <a:endParaRPr lang="en-US"/>
          </a:p>
        </p:txBody>
      </p:sp>
    </p:spTree>
    <p:extLst>
      <p:ext uri="{BB962C8B-B14F-4D97-AF65-F5344CB8AC3E}">
        <p14:creationId xmlns:p14="http://schemas.microsoft.com/office/powerpoint/2010/main" val="38683431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7488" cy="350838"/>
          </a:xfrm>
          <a:prstGeom prst="rect">
            <a:avLst/>
          </a:prstGeom>
        </p:spPr>
        <p:txBody>
          <a:bodyPr vert="horz" lIns="20062" tIns="10031" rIns="20062" bIns="10031" rtlCol="0"/>
          <a:lstStyle>
            <a:lvl1pPr algn="l">
              <a:defRPr sz="300"/>
            </a:lvl1pPr>
          </a:lstStyle>
          <a:p>
            <a:pPr>
              <a:defRPr/>
            </a:pPr>
            <a:endParaRPr lang="en-US"/>
          </a:p>
        </p:txBody>
      </p:sp>
      <p:sp>
        <p:nvSpPr>
          <p:cNvPr id="3" name="Date Placeholder 2"/>
          <p:cNvSpPr>
            <a:spLocks noGrp="1"/>
          </p:cNvSpPr>
          <p:nvPr>
            <p:ph type="dt" idx="1"/>
          </p:nvPr>
        </p:nvSpPr>
        <p:spPr>
          <a:xfrm>
            <a:off x="5265738" y="0"/>
            <a:ext cx="4027487" cy="350838"/>
          </a:xfrm>
          <a:prstGeom prst="rect">
            <a:avLst/>
          </a:prstGeom>
        </p:spPr>
        <p:txBody>
          <a:bodyPr vert="horz" lIns="20062" tIns="10031" rIns="20062" bIns="10031" rtlCol="0"/>
          <a:lstStyle>
            <a:lvl1pPr algn="r">
              <a:defRPr sz="300"/>
            </a:lvl1pPr>
          </a:lstStyle>
          <a:p>
            <a:pPr>
              <a:defRPr/>
            </a:pPr>
            <a:fld id="{5CC69237-968C-4809-BBBD-9304D521757D}" type="datetimeFigureOut">
              <a:rPr lang="en-US"/>
              <a:pPr>
                <a:defRPr/>
              </a:pPr>
              <a:t>4/3/2026</a:t>
            </a:fld>
            <a:endParaRPr lang="en-US"/>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20062" tIns="10031" rIns="20062" bIns="10031" rtlCol="0" anchor="ctr"/>
          <a:lstStyle/>
          <a:p>
            <a:pPr lvl="0"/>
            <a:endParaRPr lang="en-US" noProof="0"/>
          </a:p>
        </p:txBody>
      </p:sp>
      <p:sp>
        <p:nvSpPr>
          <p:cNvPr id="5" name="Notes Placeholder 4"/>
          <p:cNvSpPr>
            <a:spLocks noGrp="1"/>
          </p:cNvSpPr>
          <p:nvPr>
            <p:ph type="body" sz="quarter" idx="3"/>
          </p:nvPr>
        </p:nvSpPr>
        <p:spPr>
          <a:xfrm>
            <a:off x="930275" y="3328988"/>
            <a:ext cx="7435850" cy="3155950"/>
          </a:xfrm>
          <a:prstGeom prst="rect">
            <a:avLst/>
          </a:prstGeom>
        </p:spPr>
        <p:txBody>
          <a:bodyPr vert="horz" lIns="20062" tIns="10031" rIns="20062" bIns="100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659563"/>
            <a:ext cx="4027488" cy="349250"/>
          </a:xfrm>
          <a:prstGeom prst="rect">
            <a:avLst/>
          </a:prstGeom>
        </p:spPr>
        <p:txBody>
          <a:bodyPr vert="horz" lIns="20062" tIns="10031" rIns="20062" bIns="10031" rtlCol="0" anchor="b"/>
          <a:lstStyle>
            <a:lvl1pPr algn="l">
              <a:defRPr sz="300"/>
            </a:lvl1pPr>
          </a:lstStyle>
          <a:p>
            <a:pPr>
              <a:defRPr/>
            </a:pPr>
            <a:endParaRPr lang="en-US"/>
          </a:p>
        </p:txBody>
      </p:sp>
      <p:sp>
        <p:nvSpPr>
          <p:cNvPr id="7" name="Slide Number Placeholder 6"/>
          <p:cNvSpPr>
            <a:spLocks noGrp="1"/>
          </p:cNvSpPr>
          <p:nvPr>
            <p:ph type="sldNum" sz="quarter" idx="5"/>
          </p:nvPr>
        </p:nvSpPr>
        <p:spPr>
          <a:xfrm>
            <a:off x="5265738" y="6659563"/>
            <a:ext cx="4027487" cy="349250"/>
          </a:xfrm>
          <a:prstGeom prst="rect">
            <a:avLst/>
          </a:prstGeom>
        </p:spPr>
        <p:txBody>
          <a:bodyPr vert="horz" lIns="20062" tIns="10031" rIns="20062" bIns="10031" rtlCol="0" anchor="b"/>
          <a:lstStyle>
            <a:lvl1pPr algn="r">
              <a:defRPr sz="300"/>
            </a:lvl1pPr>
          </a:lstStyle>
          <a:p>
            <a:pPr>
              <a:defRPr/>
            </a:pPr>
            <a:fld id="{B4C89677-0636-4F7D-8E45-6997A3D61870}" type="slidenum">
              <a:rPr lang="en-US"/>
              <a:pPr>
                <a:defRPr/>
              </a:pPr>
              <a:t>‹#›</a:t>
            </a:fld>
            <a:endParaRPr lang="en-US"/>
          </a:p>
        </p:txBody>
      </p:sp>
    </p:spTree>
    <p:extLst>
      <p:ext uri="{BB962C8B-B14F-4D97-AF65-F5344CB8AC3E}">
        <p14:creationId xmlns:p14="http://schemas.microsoft.com/office/powerpoint/2010/main" val="2538732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xfrm>
            <a:off x="3114675" y="525463"/>
            <a:ext cx="3067050" cy="26289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41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fld id="{7350F54E-324E-4420-A58C-1451A26E1E91}" type="slidenum">
              <a:rPr lang="en-US" sz="300" smtClean="0"/>
              <a:pPr/>
              <a:t>1</a:t>
            </a:fld>
            <a:endParaRPr lang="en-US" sz="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916" y="10226675"/>
            <a:ext cx="32642969" cy="7054850"/>
          </a:xfrm>
        </p:spPr>
        <p:txBody>
          <a:bodyPr/>
          <a:lstStyle/>
          <a:p>
            <a:r>
              <a:rPr lang="en-US"/>
              <a:t>Click to edit Master title style</a:t>
            </a:r>
          </a:p>
        </p:txBody>
      </p:sp>
      <p:sp>
        <p:nvSpPr>
          <p:cNvPr id="3" name="Subtitle 2"/>
          <p:cNvSpPr>
            <a:spLocks noGrp="1"/>
          </p:cNvSpPr>
          <p:nvPr>
            <p:ph type="subTitle" idx="1"/>
          </p:nvPr>
        </p:nvSpPr>
        <p:spPr>
          <a:xfrm>
            <a:off x="5760445" y="18653125"/>
            <a:ext cx="26883916" cy="8413750"/>
          </a:xfrm>
        </p:spPr>
        <p:txBody>
          <a:bodyPr/>
          <a:lstStyle>
            <a:lvl1pPr marL="0" indent="0" algn="ctr">
              <a:buNone/>
              <a:defRPr/>
            </a:lvl1pPr>
            <a:lvl2pPr marL="400040" indent="0" algn="ctr">
              <a:buNone/>
              <a:defRPr/>
            </a:lvl2pPr>
            <a:lvl3pPr marL="800078" indent="0" algn="ctr">
              <a:buNone/>
              <a:defRPr/>
            </a:lvl3pPr>
            <a:lvl4pPr marL="1200117" indent="0" algn="ctr">
              <a:buNone/>
              <a:defRPr/>
            </a:lvl4pPr>
            <a:lvl5pPr marL="1600155" indent="0" algn="ctr">
              <a:buNone/>
              <a:defRPr/>
            </a:lvl5pPr>
            <a:lvl6pPr marL="2000194" indent="0" algn="ctr">
              <a:buNone/>
              <a:defRPr/>
            </a:lvl6pPr>
            <a:lvl7pPr marL="2400234" indent="0" algn="ctr">
              <a:buNone/>
              <a:defRPr/>
            </a:lvl7pPr>
            <a:lvl8pPr marL="2800271" indent="0" algn="ctr">
              <a:buNone/>
              <a:defRPr/>
            </a:lvl8pPr>
            <a:lvl9pPr marL="3200311"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CE9746-3E67-4984-B2FE-1AF1BA16340E}" type="slidenum">
              <a:rPr lang="en-US"/>
              <a:pPr>
                <a:defRPr/>
              </a:pPr>
              <a:t>‹#›</a:t>
            </a:fld>
            <a:endParaRPr lang="en-US"/>
          </a:p>
        </p:txBody>
      </p:sp>
    </p:spTree>
    <p:extLst>
      <p:ext uri="{BB962C8B-B14F-4D97-AF65-F5344CB8AC3E}">
        <p14:creationId xmlns:p14="http://schemas.microsoft.com/office/powerpoint/2010/main" val="2938123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1E4A587-5FAF-42E6-BE45-17C25F99A991}" type="slidenum">
              <a:rPr lang="en-US"/>
              <a:pPr>
                <a:defRPr/>
              </a:pPr>
              <a:t>‹#›</a:t>
            </a:fld>
            <a:endParaRPr lang="en-US"/>
          </a:p>
        </p:txBody>
      </p:sp>
    </p:spTree>
    <p:extLst>
      <p:ext uri="{BB962C8B-B14F-4D97-AF65-F5344CB8AC3E}">
        <p14:creationId xmlns:p14="http://schemas.microsoft.com/office/powerpoint/2010/main" val="4036991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33713" y="21153441"/>
            <a:ext cx="32644358" cy="6537325"/>
          </a:xfrm>
        </p:spPr>
        <p:txBody>
          <a:bodyPr anchor="t"/>
          <a:lstStyle>
            <a:lvl1pPr algn="l">
              <a:defRPr sz="3500" b="1" cap="all"/>
            </a:lvl1pPr>
          </a:lstStyle>
          <a:p>
            <a:r>
              <a:rPr lang="en-US"/>
              <a:t>Click to edit Master title style</a:t>
            </a:r>
          </a:p>
        </p:txBody>
      </p:sp>
      <p:sp>
        <p:nvSpPr>
          <p:cNvPr id="3" name="Text Placeholder 2"/>
          <p:cNvSpPr>
            <a:spLocks noGrp="1"/>
          </p:cNvSpPr>
          <p:nvPr>
            <p:ph type="body" idx="1"/>
          </p:nvPr>
        </p:nvSpPr>
        <p:spPr>
          <a:xfrm>
            <a:off x="3033713" y="13952538"/>
            <a:ext cx="32644358" cy="7200900"/>
          </a:xfrm>
        </p:spPr>
        <p:txBody>
          <a:bodyPr anchor="b"/>
          <a:lstStyle>
            <a:lvl1pPr marL="0" indent="0">
              <a:buNone/>
              <a:defRPr sz="1750"/>
            </a:lvl1pPr>
            <a:lvl2pPr marL="400040" indent="0">
              <a:buNone/>
              <a:defRPr sz="1575"/>
            </a:lvl2pPr>
            <a:lvl3pPr marL="800078" indent="0">
              <a:buNone/>
              <a:defRPr sz="1400"/>
            </a:lvl3pPr>
            <a:lvl4pPr marL="1200117" indent="0">
              <a:buNone/>
              <a:defRPr sz="1225"/>
            </a:lvl4pPr>
            <a:lvl5pPr marL="1600155" indent="0">
              <a:buNone/>
              <a:defRPr sz="1225"/>
            </a:lvl5pPr>
            <a:lvl6pPr marL="2000194" indent="0">
              <a:buNone/>
              <a:defRPr sz="1225"/>
            </a:lvl6pPr>
            <a:lvl7pPr marL="2400234" indent="0">
              <a:buNone/>
              <a:defRPr sz="1225"/>
            </a:lvl7pPr>
            <a:lvl8pPr marL="2800271" indent="0">
              <a:buNone/>
              <a:defRPr sz="1225"/>
            </a:lvl8pPr>
            <a:lvl9pPr marL="3200311" indent="0">
              <a:buNone/>
              <a:defRPr sz="1225"/>
            </a:lvl9pPr>
          </a:lstStyle>
          <a:p>
            <a:pPr lvl="0"/>
            <a:r>
              <a:rPr lang="en-US"/>
              <a:t>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188EA6C-4A5C-449A-8168-A4D2F9419EE9}" type="slidenum">
              <a:rPr lang="en-US"/>
              <a:pPr>
                <a:defRPr/>
              </a:pPr>
              <a:t>‹#›</a:t>
            </a:fld>
            <a:endParaRPr lang="en-US"/>
          </a:p>
        </p:txBody>
      </p:sp>
    </p:spTree>
    <p:extLst>
      <p:ext uri="{BB962C8B-B14F-4D97-AF65-F5344CB8AC3E}">
        <p14:creationId xmlns:p14="http://schemas.microsoft.com/office/powerpoint/2010/main" val="342339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879529" y="9510716"/>
            <a:ext cx="16256198" cy="19750087"/>
          </a:xfrm>
        </p:spPr>
        <p:txBody>
          <a:bodyPr/>
          <a:lstStyle>
            <a:lvl1pPr>
              <a:defRPr sz="2450"/>
            </a:lvl1pPr>
            <a:lvl2pPr>
              <a:defRPr sz="2100"/>
            </a:lvl2pPr>
            <a:lvl3pPr>
              <a:defRPr sz="1750"/>
            </a:lvl3pPr>
            <a:lvl4pPr>
              <a:defRPr sz="1575"/>
            </a:lvl4pPr>
            <a:lvl5pPr>
              <a:defRPr sz="1575"/>
            </a:lvl5pPr>
            <a:lvl6pPr>
              <a:defRPr sz="1575"/>
            </a:lvl6pPr>
            <a:lvl7pPr>
              <a:defRPr sz="1575"/>
            </a:lvl7pPr>
            <a:lvl8pPr>
              <a:defRPr sz="1575"/>
            </a:lvl8pPr>
            <a:lvl9pPr>
              <a:defRPr sz="1575"/>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9269077" y="9510716"/>
            <a:ext cx="16256199" cy="19750087"/>
          </a:xfrm>
        </p:spPr>
        <p:txBody>
          <a:bodyPr/>
          <a:lstStyle>
            <a:lvl1pPr>
              <a:defRPr sz="2450"/>
            </a:lvl1pPr>
            <a:lvl2pPr>
              <a:defRPr sz="2100"/>
            </a:lvl2pPr>
            <a:lvl3pPr>
              <a:defRPr sz="1750"/>
            </a:lvl3pPr>
            <a:lvl4pPr>
              <a:defRPr sz="1575"/>
            </a:lvl4pPr>
            <a:lvl5pPr>
              <a:defRPr sz="1575"/>
            </a:lvl5pPr>
            <a:lvl6pPr>
              <a:defRPr sz="1575"/>
            </a:lvl6pPr>
            <a:lvl7pPr>
              <a:defRPr sz="1575"/>
            </a:lvl7pPr>
            <a:lvl8pPr>
              <a:defRPr sz="1575"/>
            </a:lvl8pPr>
            <a:lvl9pPr>
              <a:defRPr sz="1575"/>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EB4A3CC-8336-4978-A66C-FB77D18E1F46}" type="slidenum">
              <a:rPr lang="en-US"/>
              <a:pPr>
                <a:defRPr/>
              </a:pPr>
              <a:t>‹#›</a:t>
            </a:fld>
            <a:endParaRPr lang="en-US"/>
          </a:p>
        </p:txBody>
      </p:sp>
    </p:spTree>
    <p:extLst>
      <p:ext uri="{BB962C8B-B14F-4D97-AF65-F5344CB8AC3E}">
        <p14:creationId xmlns:p14="http://schemas.microsoft.com/office/powerpoint/2010/main" val="2745491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19685" y="1317625"/>
            <a:ext cx="34565431"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919686" y="7369178"/>
            <a:ext cx="16968788" cy="3070225"/>
          </a:xfrm>
        </p:spPr>
        <p:txBody>
          <a:bodyPr anchor="b"/>
          <a:lstStyle>
            <a:lvl1pPr marL="0" indent="0">
              <a:buNone/>
              <a:defRPr sz="2100" b="1"/>
            </a:lvl1pPr>
            <a:lvl2pPr marL="400040" indent="0">
              <a:buNone/>
              <a:defRPr sz="1750" b="1"/>
            </a:lvl2pPr>
            <a:lvl3pPr marL="800078" indent="0">
              <a:buNone/>
              <a:defRPr sz="1575" b="1"/>
            </a:lvl3pPr>
            <a:lvl4pPr marL="1200117" indent="0">
              <a:buNone/>
              <a:defRPr sz="1400" b="1"/>
            </a:lvl4pPr>
            <a:lvl5pPr marL="1600155" indent="0">
              <a:buNone/>
              <a:defRPr sz="1400" b="1"/>
            </a:lvl5pPr>
            <a:lvl6pPr marL="2000194" indent="0">
              <a:buNone/>
              <a:defRPr sz="1400" b="1"/>
            </a:lvl6pPr>
            <a:lvl7pPr marL="2400234" indent="0">
              <a:buNone/>
              <a:defRPr sz="1400" b="1"/>
            </a:lvl7pPr>
            <a:lvl8pPr marL="2800271" indent="0">
              <a:buNone/>
              <a:defRPr sz="1400" b="1"/>
            </a:lvl8pPr>
            <a:lvl9pPr marL="3200311" indent="0">
              <a:buNone/>
              <a:defRPr sz="1400" b="1"/>
            </a:lvl9pPr>
          </a:lstStyle>
          <a:p>
            <a:pPr lvl="0"/>
            <a:r>
              <a:rPr lang="en-US"/>
              <a:t>Edit Master text styles</a:t>
            </a:r>
          </a:p>
        </p:txBody>
      </p:sp>
      <p:sp>
        <p:nvSpPr>
          <p:cNvPr id="4" name="Content Placeholder 3"/>
          <p:cNvSpPr>
            <a:spLocks noGrp="1"/>
          </p:cNvSpPr>
          <p:nvPr>
            <p:ph sz="half" idx="2"/>
          </p:nvPr>
        </p:nvSpPr>
        <p:spPr>
          <a:xfrm>
            <a:off x="1919686" y="10439403"/>
            <a:ext cx="16968788" cy="18965863"/>
          </a:xfrm>
        </p:spPr>
        <p:txBody>
          <a:bodyPr/>
          <a:lstStyle>
            <a:lvl1pPr>
              <a:defRPr sz="2100"/>
            </a:lvl1pPr>
            <a:lvl2pPr>
              <a:defRPr sz="1750"/>
            </a:lvl2pPr>
            <a:lvl3pPr>
              <a:defRPr sz="1575"/>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9509386" y="7369178"/>
            <a:ext cx="16975732" cy="3070225"/>
          </a:xfrm>
        </p:spPr>
        <p:txBody>
          <a:bodyPr anchor="b"/>
          <a:lstStyle>
            <a:lvl1pPr marL="0" indent="0">
              <a:buNone/>
              <a:defRPr sz="2100" b="1"/>
            </a:lvl1pPr>
            <a:lvl2pPr marL="400040" indent="0">
              <a:buNone/>
              <a:defRPr sz="1750" b="1"/>
            </a:lvl2pPr>
            <a:lvl3pPr marL="800078" indent="0">
              <a:buNone/>
              <a:defRPr sz="1575" b="1"/>
            </a:lvl3pPr>
            <a:lvl4pPr marL="1200117" indent="0">
              <a:buNone/>
              <a:defRPr sz="1400" b="1"/>
            </a:lvl4pPr>
            <a:lvl5pPr marL="1600155" indent="0">
              <a:buNone/>
              <a:defRPr sz="1400" b="1"/>
            </a:lvl5pPr>
            <a:lvl6pPr marL="2000194" indent="0">
              <a:buNone/>
              <a:defRPr sz="1400" b="1"/>
            </a:lvl6pPr>
            <a:lvl7pPr marL="2400234" indent="0">
              <a:buNone/>
              <a:defRPr sz="1400" b="1"/>
            </a:lvl7pPr>
            <a:lvl8pPr marL="2800271" indent="0">
              <a:buNone/>
              <a:defRPr sz="1400" b="1"/>
            </a:lvl8pPr>
            <a:lvl9pPr marL="3200311" indent="0">
              <a:buNone/>
              <a:defRPr sz="1400" b="1"/>
            </a:lvl9pPr>
          </a:lstStyle>
          <a:p>
            <a:pPr lvl="0"/>
            <a:r>
              <a:rPr lang="en-US"/>
              <a:t>Edit Master text styles</a:t>
            </a:r>
          </a:p>
        </p:txBody>
      </p:sp>
      <p:sp>
        <p:nvSpPr>
          <p:cNvPr id="6" name="Content Placeholder 5"/>
          <p:cNvSpPr>
            <a:spLocks noGrp="1"/>
          </p:cNvSpPr>
          <p:nvPr>
            <p:ph sz="quarter" idx="4"/>
          </p:nvPr>
        </p:nvSpPr>
        <p:spPr>
          <a:xfrm>
            <a:off x="19509386" y="10439403"/>
            <a:ext cx="16975732" cy="18965863"/>
          </a:xfrm>
        </p:spPr>
        <p:txBody>
          <a:bodyPr/>
          <a:lstStyle>
            <a:lvl1pPr>
              <a:defRPr sz="2100"/>
            </a:lvl1pPr>
            <a:lvl2pPr>
              <a:defRPr sz="1750"/>
            </a:lvl2pPr>
            <a:lvl3pPr>
              <a:defRPr sz="1575"/>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008A453-5BDB-4A82-A97B-AE3AC9DF93EA}" type="slidenum">
              <a:rPr lang="en-US"/>
              <a:pPr>
                <a:defRPr/>
              </a:pPr>
              <a:t>‹#›</a:t>
            </a:fld>
            <a:endParaRPr lang="en-US"/>
          </a:p>
        </p:txBody>
      </p:sp>
    </p:spTree>
    <p:extLst>
      <p:ext uri="{BB962C8B-B14F-4D97-AF65-F5344CB8AC3E}">
        <p14:creationId xmlns:p14="http://schemas.microsoft.com/office/powerpoint/2010/main" val="2159322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AE6625C-FC05-44C9-AD1B-5BE1C448AF41}" type="slidenum">
              <a:rPr lang="en-US"/>
              <a:pPr>
                <a:defRPr/>
              </a:pPr>
              <a:t>‹#›</a:t>
            </a:fld>
            <a:endParaRPr lang="en-US"/>
          </a:p>
        </p:txBody>
      </p:sp>
    </p:spTree>
    <p:extLst>
      <p:ext uri="{BB962C8B-B14F-4D97-AF65-F5344CB8AC3E}">
        <p14:creationId xmlns:p14="http://schemas.microsoft.com/office/powerpoint/2010/main" val="793692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D0A2B76-BBD0-4131-9F1A-F9B85BA33A5C}" type="slidenum">
              <a:rPr lang="en-US"/>
              <a:pPr>
                <a:defRPr/>
              </a:pPr>
              <a:t>‹#›</a:t>
            </a:fld>
            <a:endParaRPr lang="en-US"/>
          </a:p>
        </p:txBody>
      </p:sp>
    </p:spTree>
    <p:extLst>
      <p:ext uri="{BB962C8B-B14F-4D97-AF65-F5344CB8AC3E}">
        <p14:creationId xmlns:p14="http://schemas.microsoft.com/office/powerpoint/2010/main" val="269188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19684" y="1311275"/>
            <a:ext cx="12634913" cy="5576888"/>
          </a:xfrm>
        </p:spPr>
        <p:txBody>
          <a:bodyPr anchor="b"/>
          <a:lstStyle>
            <a:lvl1pPr algn="l">
              <a:defRPr sz="1750" b="1"/>
            </a:lvl1pPr>
          </a:lstStyle>
          <a:p>
            <a:r>
              <a:rPr lang="en-US"/>
              <a:t>Click to edit Master title style</a:t>
            </a:r>
          </a:p>
        </p:txBody>
      </p:sp>
      <p:sp>
        <p:nvSpPr>
          <p:cNvPr id="3" name="Content Placeholder 2"/>
          <p:cNvSpPr>
            <a:spLocks noGrp="1"/>
          </p:cNvSpPr>
          <p:nvPr>
            <p:ph idx="1"/>
          </p:nvPr>
        </p:nvSpPr>
        <p:spPr>
          <a:xfrm>
            <a:off x="15015766" y="1311275"/>
            <a:ext cx="21469350" cy="28093988"/>
          </a:xfrm>
        </p:spPr>
        <p:txBody>
          <a:bodyPr/>
          <a:lstStyle>
            <a:lvl1pPr>
              <a:defRPr sz="2800"/>
            </a:lvl1pPr>
            <a:lvl2pPr>
              <a:defRPr sz="2450"/>
            </a:lvl2pPr>
            <a:lvl3pPr>
              <a:defRPr sz="2100"/>
            </a:lvl3pPr>
            <a:lvl4pPr>
              <a:defRPr sz="1750"/>
            </a:lvl4pPr>
            <a:lvl5pPr>
              <a:defRPr sz="1750"/>
            </a:lvl5pPr>
            <a:lvl6pPr>
              <a:defRPr sz="1750"/>
            </a:lvl6pPr>
            <a:lvl7pPr>
              <a:defRPr sz="1750"/>
            </a:lvl7pPr>
            <a:lvl8pPr>
              <a:defRPr sz="1750"/>
            </a:lvl8pPr>
            <a:lvl9pPr>
              <a:defRPr sz="17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919684" y="6888163"/>
            <a:ext cx="12634913" cy="22517100"/>
          </a:xfrm>
        </p:spPr>
        <p:txBody>
          <a:bodyPr/>
          <a:lstStyle>
            <a:lvl1pPr marL="0" indent="0">
              <a:buNone/>
              <a:defRPr sz="1225"/>
            </a:lvl1pPr>
            <a:lvl2pPr marL="400040" indent="0">
              <a:buNone/>
              <a:defRPr sz="1050"/>
            </a:lvl2pPr>
            <a:lvl3pPr marL="800078" indent="0">
              <a:buNone/>
              <a:defRPr sz="875"/>
            </a:lvl3pPr>
            <a:lvl4pPr marL="1200117" indent="0">
              <a:buNone/>
              <a:defRPr sz="787"/>
            </a:lvl4pPr>
            <a:lvl5pPr marL="1600155" indent="0">
              <a:buNone/>
              <a:defRPr sz="787"/>
            </a:lvl5pPr>
            <a:lvl6pPr marL="2000194" indent="0">
              <a:buNone/>
              <a:defRPr sz="787"/>
            </a:lvl6pPr>
            <a:lvl7pPr marL="2400234" indent="0">
              <a:buNone/>
              <a:defRPr sz="787"/>
            </a:lvl7pPr>
            <a:lvl8pPr marL="2800271" indent="0">
              <a:buNone/>
              <a:defRPr sz="787"/>
            </a:lvl8pPr>
            <a:lvl9pPr marL="3200311" indent="0">
              <a:buNone/>
              <a:defRPr sz="787"/>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080D8EB-A991-429A-9F15-1E5050711380}" type="slidenum">
              <a:rPr lang="en-US"/>
              <a:pPr>
                <a:defRPr/>
              </a:pPr>
              <a:t>‹#›</a:t>
            </a:fld>
            <a:endParaRPr lang="en-US"/>
          </a:p>
        </p:txBody>
      </p:sp>
    </p:spTree>
    <p:extLst>
      <p:ext uri="{BB962C8B-B14F-4D97-AF65-F5344CB8AC3E}">
        <p14:creationId xmlns:p14="http://schemas.microsoft.com/office/powerpoint/2010/main" val="3625271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27331" y="23042566"/>
            <a:ext cx="23043157" cy="2720975"/>
          </a:xfrm>
        </p:spPr>
        <p:txBody>
          <a:bodyPr anchor="b"/>
          <a:lstStyle>
            <a:lvl1pPr algn="l">
              <a:defRPr sz="1750" b="1"/>
            </a:lvl1pPr>
          </a:lstStyle>
          <a:p>
            <a:r>
              <a:rPr lang="en-US"/>
              <a:t>Click to edit Master title style</a:t>
            </a:r>
          </a:p>
        </p:txBody>
      </p:sp>
      <p:sp>
        <p:nvSpPr>
          <p:cNvPr id="3" name="Picture Placeholder 2"/>
          <p:cNvSpPr>
            <a:spLocks noGrp="1"/>
          </p:cNvSpPr>
          <p:nvPr>
            <p:ph type="pic" idx="1"/>
          </p:nvPr>
        </p:nvSpPr>
        <p:spPr>
          <a:xfrm>
            <a:off x="7527331" y="2941641"/>
            <a:ext cx="23043157" cy="19750087"/>
          </a:xfrm>
        </p:spPr>
        <p:txBody>
          <a:bodyPr/>
          <a:lstStyle>
            <a:lvl1pPr marL="0" indent="0">
              <a:buNone/>
              <a:defRPr sz="2800"/>
            </a:lvl1pPr>
            <a:lvl2pPr marL="400040" indent="0">
              <a:buNone/>
              <a:defRPr sz="2450"/>
            </a:lvl2pPr>
            <a:lvl3pPr marL="800078" indent="0">
              <a:buNone/>
              <a:defRPr sz="2100"/>
            </a:lvl3pPr>
            <a:lvl4pPr marL="1200117" indent="0">
              <a:buNone/>
              <a:defRPr sz="1750"/>
            </a:lvl4pPr>
            <a:lvl5pPr marL="1600155" indent="0">
              <a:buNone/>
              <a:defRPr sz="1750"/>
            </a:lvl5pPr>
            <a:lvl6pPr marL="2000194" indent="0">
              <a:buNone/>
              <a:defRPr sz="1750"/>
            </a:lvl6pPr>
            <a:lvl7pPr marL="2400234" indent="0">
              <a:buNone/>
              <a:defRPr sz="1750"/>
            </a:lvl7pPr>
            <a:lvl8pPr marL="2800271" indent="0">
              <a:buNone/>
              <a:defRPr sz="1750"/>
            </a:lvl8pPr>
            <a:lvl9pPr marL="3200311" indent="0">
              <a:buNone/>
              <a:defRPr sz="1750"/>
            </a:lvl9pPr>
          </a:lstStyle>
          <a:p>
            <a:pPr lvl="0"/>
            <a:r>
              <a:rPr lang="en-US" noProof="0"/>
              <a:t>Click icon to add picture</a:t>
            </a:r>
          </a:p>
        </p:txBody>
      </p:sp>
      <p:sp>
        <p:nvSpPr>
          <p:cNvPr id="4" name="Text Placeholder 3"/>
          <p:cNvSpPr>
            <a:spLocks noGrp="1"/>
          </p:cNvSpPr>
          <p:nvPr>
            <p:ph type="body" sz="half" idx="2"/>
          </p:nvPr>
        </p:nvSpPr>
        <p:spPr>
          <a:xfrm>
            <a:off x="7527331" y="25763541"/>
            <a:ext cx="23043157" cy="3862387"/>
          </a:xfrm>
        </p:spPr>
        <p:txBody>
          <a:bodyPr/>
          <a:lstStyle>
            <a:lvl1pPr marL="0" indent="0">
              <a:buNone/>
              <a:defRPr sz="1225"/>
            </a:lvl1pPr>
            <a:lvl2pPr marL="400040" indent="0">
              <a:buNone/>
              <a:defRPr sz="1050"/>
            </a:lvl2pPr>
            <a:lvl3pPr marL="800078" indent="0">
              <a:buNone/>
              <a:defRPr sz="875"/>
            </a:lvl3pPr>
            <a:lvl4pPr marL="1200117" indent="0">
              <a:buNone/>
              <a:defRPr sz="787"/>
            </a:lvl4pPr>
            <a:lvl5pPr marL="1600155" indent="0">
              <a:buNone/>
              <a:defRPr sz="787"/>
            </a:lvl5pPr>
            <a:lvl6pPr marL="2000194" indent="0">
              <a:buNone/>
              <a:defRPr sz="787"/>
            </a:lvl6pPr>
            <a:lvl7pPr marL="2400234" indent="0">
              <a:buNone/>
              <a:defRPr sz="787"/>
            </a:lvl7pPr>
            <a:lvl8pPr marL="2800271" indent="0">
              <a:buNone/>
              <a:defRPr sz="787"/>
            </a:lvl8pPr>
            <a:lvl9pPr marL="3200311" indent="0">
              <a:buNone/>
              <a:defRPr sz="787"/>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66D1F85-FC8E-4B63-A86C-FC56C2C366AD}" type="slidenum">
              <a:rPr lang="en-US"/>
              <a:pPr>
                <a:defRPr/>
              </a:pPr>
              <a:t>‹#›</a:t>
            </a:fld>
            <a:endParaRPr lang="en-US"/>
          </a:p>
        </p:txBody>
      </p:sp>
    </p:spTree>
    <p:extLst>
      <p:ext uri="{BB962C8B-B14F-4D97-AF65-F5344CB8AC3E}">
        <p14:creationId xmlns:p14="http://schemas.microsoft.com/office/powerpoint/2010/main" val="3024119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7F46AF8-960E-4160-8BB5-686F276EDF71}" type="slidenum">
              <a:rPr lang="en-US"/>
              <a:pPr>
                <a:defRPr/>
              </a:pPr>
              <a:t>‹#›</a:t>
            </a:fld>
            <a:endParaRPr lang="en-US"/>
          </a:p>
        </p:txBody>
      </p:sp>
    </p:spTree>
    <p:extLst>
      <p:ext uri="{BB962C8B-B14F-4D97-AF65-F5344CB8AC3E}">
        <p14:creationId xmlns:p14="http://schemas.microsoft.com/office/powerpoint/2010/main" val="3393104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364533" y="2924178"/>
            <a:ext cx="8160743" cy="263366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879529" y="2924178"/>
            <a:ext cx="24351654" cy="263366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2589B9D-719E-42D8-8020-085B69862EA7}" type="slidenum">
              <a:rPr lang="en-US"/>
              <a:pPr>
                <a:defRPr/>
              </a:pPr>
              <a:t>‹#›</a:t>
            </a:fld>
            <a:endParaRPr lang="en-US"/>
          </a:p>
        </p:txBody>
      </p:sp>
    </p:spTree>
    <p:extLst>
      <p:ext uri="{BB962C8B-B14F-4D97-AF65-F5344CB8AC3E}">
        <p14:creationId xmlns:p14="http://schemas.microsoft.com/office/powerpoint/2010/main" val="42882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2879529" y="2924175"/>
            <a:ext cx="32645747"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38884" tIns="219442" rIns="438884" bIns="219442"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2879529" y="9510716"/>
            <a:ext cx="32645747" cy="1975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38884" tIns="219442" rIns="438884" bIns="219442"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879527" y="29994227"/>
            <a:ext cx="8001000"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l">
              <a:lnSpc>
                <a:spcPct val="100000"/>
              </a:lnSpc>
              <a:spcBef>
                <a:spcPct val="0"/>
              </a:spcBef>
              <a:defRPr sz="5863" b="0"/>
            </a:lvl1pPr>
          </a:lstStyle>
          <a:p>
            <a:pPr>
              <a:defRPr/>
            </a:pPr>
            <a:endParaRPr lang="en-US"/>
          </a:p>
        </p:txBody>
      </p:sp>
      <p:sp>
        <p:nvSpPr>
          <p:cNvPr id="1029" name="Rectangle 5"/>
          <p:cNvSpPr>
            <a:spLocks noGrp="1" noChangeArrowheads="1"/>
          </p:cNvSpPr>
          <p:nvPr>
            <p:ph type="ftr" sz="quarter" idx="3"/>
          </p:nvPr>
        </p:nvSpPr>
        <p:spPr bwMode="auto">
          <a:xfrm>
            <a:off x="13122476" y="29994227"/>
            <a:ext cx="12159853"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nSpc>
                <a:spcPct val="100000"/>
              </a:lnSpc>
              <a:spcBef>
                <a:spcPct val="0"/>
              </a:spcBef>
              <a:defRPr sz="5863" b="0"/>
            </a:lvl1pPr>
          </a:lstStyle>
          <a:p>
            <a:pPr>
              <a:defRPr/>
            </a:pPr>
            <a:endParaRPr lang="en-US"/>
          </a:p>
        </p:txBody>
      </p:sp>
      <p:sp>
        <p:nvSpPr>
          <p:cNvPr id="1030" name="Rectangle 6"/>
          <p:cNvSpPr>
            <a:spLocks noGrp="1" noChangeArrowheads="1"/>
          </p:cNvSpPr>
          <p:nvPr>
            <p:ph type="sldNum" sz="quarter" idx="4"/>
          </p:nvPr>
        </p:nvSpPr>
        <p:spPr bwMode="auto">
          <a:xfrm>
            <a:off x="27524274" y="29994227"/>
            <a:ext cx="8001000"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r">
              <a:lnSpc>
                <a:spcPct val="100000"/>
              </a:lnSpc>
              <a:spcBef>
                <a:spcPct val="0"/>
              </a:spcBef>
              <a:defRPr sz="5863" b="0"/>
            </a:lvl1pPr>
          </a:lstStyle>
          <a:p>
            <a:pPr>
              <a:defRPr/>
            </a:pPr>
            <a:fld id="{3288BF25-8EA1-41D0-B1F3-35292603751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7728" rtl="0" eaLnBrk="1" fontAlgn="base" hangingPunct="1">
        <a:spcBef>
          <a:spcPct val="0"/>
        </a:spcBef>
        <a:spcAft>
          <a:spcPct val="0"/>
        </a:spcAft>
        <a:defRPr sz="20998">
          <a:solidFill>
            <a:schemeClr val="tx2"/>
          </a:solidFill>
          <a:latin typeface="+mj-lt"/>
          <a:ea typeface="+mj-ea"/>
          <a:cs typeface="+mj-cs"/>
        </a:defRPr>
      </a:lvl1pPr>
      <a:lvl2pPr algn="ctr" defTabSz="4387728" rtl="0" eaLnBrk="1" fontAlgn="base" hangingPunct="1">
        <a:spcBef>
          <a:spcPct val="0"/>
        </a:spcBef>
        <a:spcAft>
          <a:spcPct val="0"/>
        </a:spcAft>
        <a:defRPr sz="20998">
          <a:solidFill>
            <a:schemeClr val="tx2"/>
          </a:solidFill>
          <a:latin typeface="Times New Roman" pitchFamily="18" charset="0"/>
        </a:defRPr>
      </a:lvl2pPr>
      <a:lvl3pPr algn="ctr" defTabSz="4387728" rtl="0" eaLnBrk="1" fontAlgn="base" hangingPunct="1">
        <a:spcBef>
          <a:spcPct val="0"/>
        </a:spcBef>
        <a:spcAft>
          <a:spcPct val="0"/>
        </a:spcAft>
        <a:defRPr sz="20998">
          <a:solidFill>
            <a:schemeClr val="tx2"/>
          </a:solidFill>
          <a:latin typeface="Times New Roman" pitchFamily="18" charset="0"/>
        </a:defRPr>
      </a:lvl3pPr>
      <a:lvl4pPr algn="ctr" defTabSz="4387728" rtl="0" eaLnBrk="1" fontAlgn="base" hangingPunct="1">
        <a:spcBef>
          <a:spcPct val="0"/>
        </a:spcBef>
        <a:spcAft>
          <a:spcPct val="0"/>
        </a:spcAft>
        <a:defRPr sz="20998">
          <a:solidFill>
            <a:schemeClr val="tx2"/>
          </a:solidFill>
          <a:latin typeface="Times New Roman" pitchFamily="18" charset="0"/>
        </a:defRPr>
      </a:lvl4pPr>
      <a:lvl5pPr algn="ctr" defTabSz="4387728" rtl="0" eaLnBrk="1" fontAlgn="base" hangingPunct="1">
        <a:spcBef>
          <a:spcPct val="0"/>
        </a:spcBef>
        <a:spcAft>
          <a:spcPct val="0"/>
        </a:spcAft>
        <a:defRPr sz="20998">
          <a:solidFill>
            <a:schemeClr val="tx2"/>
          </a:solidFill>
          <a:latin typeface="Times New Roman" pitchFamily="18" charset="0"/>
        </a:defRPr>
      </a:lvl5pPr>
      <a:lvl6pPr marL="457188" algn="ctr" defTabSz="4387728" rtl="0" eaLnBrk="1" fontAlgn="base" hangingPunct="1">
        <a:spcBef>
          <a:spcPct val="0"/>
        </a:spcBef>
        <a:spcAft>
          <a:spcPct val="0"/>
        </a:spcAft>
        <a:defRPr sz="20998">
          <a:solidFill>
            <a:schemeClr val="tx2"/>
          </a:solidFill>
          <a:latin typeface="Times New Roman" pitchFamily="18" charset="0"/>
        </a:defRPr>
      </a:lvl6pPr>
      <a:lvl7pPr marL="914375" algn="ctr" defTabSz="4387728" rtl="0" eaLnBrk="1" fontAlgn="base" hangingPunct="1">
        <a:spcBef>
          <a:spcPct val="0"/>
        </a:spcBef>
        <a:spcAft>
          <a:spcPct val="0"/>
        </a:spcAft>
        <a:defRPr sz="20998">
          <a:solidFill>
            <a:schemeClr val="tx2"/>
          </a:solidFill>
          <a:latin typeface="Times New Roman" pitchFamily="18" charset="0"/>
        </a:defRPr>
      </a:lvl7pPr>
      <a:lvl8pPr marL="1371562" algn="ctr" defTabSz="4387728" rtl="0" eaLnBrk="1" fontAlgn="base" hangingPunct="1">
        <a:spcBef>
          <a:spcPct val="0"/>
        </a:spcBef>
        <a:spcAft>
          <a:spcPct val="0"/>
        </a:spcAft>
        <a:defRPr sz="20998">
          <a:solidFill>
            <a:schemeClr val="tx2"/>
          </a:solidFill>
          <a:latin typeface="Times New Roman" pitchFamily="18" charset="0"/>
        </a:defRPr>
      </a:lvl8pPr>
      <a:lvl9pPr marL="1828748" algn="ctr" defTabSz="4387728" rtl="0" eaLnBrk="1" fontAlgn="base" hangingPunct="1">
        <a:spcBef>
          <a:spcPct val="0"/>
        </a:spcBef>
        <a:spcAft>
          <a:spcPct val="0"/>
        </a:spcAft>
        <a:defRPr sz="20998">
          <a:solidFill>
            <a:schemeClr val="tx2"/>
          </a:solidFill>
          <a:latin typeface="Times New Roman" pitchFamily="18" charset="0"/>
        </a:defRPr>
      </a:lvl9pPr>
    </p:titleStyle>
    <p:bodyStyle>
      <a:lvl1pPr marL="1647779" indent="-1647779" algn="l" defTabSz="4387728" rtl="0" eaLnBrk="1" fontAlgn="base" hangingPunct="1">
        <a:spcBef>
          <a:spcPct val="20000"/>
        </a:spcBef>
        <a:spcAft>
          <a:spcPct val="0"/>
        </a:spcAft>
        <a:buChar char="•"/>
        <a:defRPr sz="15300">
          <a:solidFill>
            <a:schemeClr val="tx1"/>
          </a:solidFill>
          <a:latin typeface="+mn-lt"/>
          <a:ea typeface="+mn-ea"/>
          <a:cs typeface="+mn-cs"/>
        </a:defRPr>
      </a:lvl1pPr>
      <a:lvl2pPr marL="3565427" indent="-1369974" algn="l" defTabSz="4387728" rtl="0" eaLnBrk="1" fontAlgn="base" hangingPunct="1">
        <a:spcBef>
          <a:spcPct val="20000"/>
        </a:spcBef>
        <a:spcAft>
          <a:spcPct val="0"/>
        </a:spcAft>
        <a:buChar char="–"/>
        <a:defRPr sz="13298">
          <a:solidFill>
            <a:schemeClr val="tx1"/>
          </a:solidFill>
          <a:latin typeface="+mn-lt"/>
        </a:defRPr>
      </a:lvl2pPr>
      <a:lvl3pPr marL="5486246" indent="-1098519" algn="l" defTabSz="4387728" rtl="0" eaLnBrk="1" fontAlgn="base" hangingPunct="1">
        <a:spcBef>
          <a:spcPct val="20000"/>
        </a:spcBef>
        <a:spcAft>
          <a:spcPct val="0"/>
        </a:spcAft>
        <a:buChar char="•"/>
        <a:defRPr sz="11600">
          <a:solidFill>
            <a:schemeClr val="tx1"/>
          </a:solidFill>
          <a:latin typeface="+mn-lt"/>
        </a:defRPr>
      </a:lvl3pPr>
      <a:lvl4pPr marL="7678524" indent="-1093758" algn="l" defTabSz="4387728" rtl="0" eaLnBrk="1" fontAlgn="base" hangingPunct="1">
        <a:spcBef>
          <a:spcPct val="20000"/>
        </a:spcBef>
        <a:spcAft>
          <a:spcPct val="0"/>
        </a:spcAft>
        <a:buChar char="–"/>
        <a:defRPr sz="9600">
          <a:solidFill>
            <a:schemeClr val="tx1"/>
          </a:solidFill>
          <a:latin typeface="+mn-lt"/>
        </a:defRPr>
      </a:lvl4pPr>
      <a:lvl5pPr marL="9875563" indent="-1098519" algn="l" defTabSz="4387728" rtl="0" eaLnBrk="1" fontAlgn="base" hangingPunct="1">
        <a:spcBef>
          <a:spcPct val="20000"/>
        </a:spcBef>
        <a:spcAft>
          <a:spcPct val="0"/>
        </a:spcAft>
        <a:buChar char="»"/>
        <a:defRPr sz="9600">
          <a:solidFill>
            <a:schemeClr val="tx1"/>
          </a:solidFill>
          <a:latin typeface="+mn-lt"/>
        </a:defRPr>
      </a:lvl5pPr>
      <a:lvl6pPr marL="10332750" indent="-1098519" algn="l" defTabSz="4387728" rtl="0" eaLnBrk="1" fontAlgn="base" hangingPunct="1">
        <a:spcBef>
          <a:spcPct val="20000"/>
        </a:spcBef>
        <a:spcAft>
          <a:spcPct val="0"/>
        </a:spcAft>
        <a:buChar char="»"/>
        <a:defRPr sz="9600">
          <a:solidFill>
            <a:schemeClr val="tx1"/>
          </a:solidFill>
          <a:latin typeface="+mn-lt"/>
        </a:defRPr>
      </a:lvl6pPr>
      <a:lvl7pPr marL="10789936" indent="-1098519" algn="l" defTabSz="4387728" rtl="0" eaLnBrk="1" fontAlgn="base" hangingPunct="1">
        <a:spcBef>
          <a:spcPct val="20000"/>
        </a:spcBef>
        <a:spcAft>
          <a:spcPct val="0"/>
        </a:spcAft>
        <a:buChar char="»"/>
        <a:defRPr sz="9600">
          <a:solidFill>
            <a:schemeClr val="tx1"/>
          </a:solidFill>
          <a:latin typeface="+mn-lt"/>
        </a:defRPr>
      </a:lvl7pPr>
      <a:lvl8pPr marL="11247124" indent="-1098519" algn="l" defTabSz="4387728" rtl="0" eaLnBrk="1" fontAlgn="base" hangingPunct="1">
        <a:spcBef>
          <a:spcPct val="20000"/>
        </a:spcBef>
        <a:spcAft>
          <a:spcPct val="0"/>
        </a:spcAft>
        <a:buChar char="»"/>
        <a:defRPr sz="9600">
          <a:solidFill>
            <a:schemeClr val="tx1"/>
          </a:solidFill>
          <a:latin typeface="+mn-lt"/>
        </a:defRPr>
      </a:lvl8pPr>
      <a:lvl9pPr marL="11704311" indent="-1098519" algn="l" defTabSz="4387728" rtl="0" eaLnBrk="1" fontAlgn="base" hangingPunct="1">
        <a:spcBef>
          <a:spcPct val="20000"/>
        </a:spcBef>
        <a:spcAft>
          <a:spcPct val="0"/>
        </a:spcAft>
        <a:buChar char="»"/>
        <a:defRPr sz="9600">
          <a:solidFill>
            <a:schemeClr val="tx1"/>
          </a:solidFill>
          <a:latin typeface="+mn-lt"/>
        </a:defRPr>
      </a:lvl9pPr>
    </p:bodyStyle>
    <p:otherStyle>
      <a:defPPr>
        <a:defRPr lang="en-US"/>
      </a:defPPr>
      <a:lvl1pPr marL="0" algn="l" defTabSz="914375" rtl="0" eaLnBrk="1" latinLnBrk="0" hangingPunct="1">
        <a:defRPr sz="1800" kern="1200">
          <a:solidFill>
            <a:schemeClr val="tx1"/>
          </a:solidFill>
          <a:latin typeface="+mn-lt"/>
          <a:ea typeface="+mn-ea"/>
          <a:cs typeface="+mn-cs"/>
        </a:defRPr>
      </a:lvl1pPr>
      <a:lvl2pPr marL="457188" algn="l" defTabSz="914375" rtl="0" eaLnBrk="1" latinLnBrk="0" hangingPunct="1">
        <a:defRPr sz="1800" kern="1200">
          <a:solidFill>
            <a:schemeClr val="tx1"/>
          </a:solidFill>
          <a:latin typeface="+mn-lt"/>
          <a:ea typeface="+mn-ea"/>
          <a:cs typeface="+mn-cs"/>
        </a:defRPr>
      </a:lvl2pPr>
      <a:lvl3pPr marL="914375" algn="l" defTabSz="914375" rtl="0" eaLnBrk="1" latinLnBrk="0" hangingPunct="1">
        <a:defRPr sz="1800" kern="1200">
          <a:solidFill>
            <a:schemeClr val="tx1"/>
          </a:solidFill>
          <a:latin typeface="+mn-lt"/>
          <a:ea typeface="+mn-ea"/>
          <a:cs typeface="+mn-cs"/>
        </a:defRPr>
      </a:lvl3pPr>
      <a:lvl4pPr marL="1371562" algn="l" defTabSz="914375" rtl="0" eaLnBrk="1" latinLnBrk="0" hangingPunct="1">
        <a:defRPr sz="1800" kern="1200">
          <a:solidFill>
            <a:schemeClr val="tx1"/>
          </a:solidFill>
          <a:latin typeface="+mn-lt"/>
          <a:ea typeface="+mn-ea"/>
          <a:cs typeface="+mn-cs"/>
        </a:defRPr>
      </a:lvl4pPr>
      <a:lvl5pPr marL="1828748" algn="l" defTabSz="914375" rtl="0" eaLnBrk="1" latinLnBrk="0" hangingPunct="1">
        <a:defRPr sz="1800" kern="1200">
          <a:solidFill>
            <a:schemeClr val="tx1"/>
          </a:solidFill>
          <a:latin typeface="+mn-lt"/>
          <a:ea typeface="+mn-ea"/>
          <a:cs typeface="+mn-cs"/>
        </a:defRPr>
      </a:lvl5pPr>
      <a:lvl6pPr marL="2285936" algn="l" defTabSz="914375" rtl="0" eaLnBrk="1" latinLnBrk="0" hangingPunct="1">
        <a:defRPr sz="1800" kern="1200">
          <a:solidFill>
            <a:schemeClr val="tx1"/>
          </a:solidFill>
          <a:latin typeface="+mn-lt"/>
          <a:ea typeface="+mn-ea"/>
          <a:cs typeface="+mn-cs"/>
        </a:defRPr>
      </a:lvl6pPr>
      <a:lvl7pPr marL="2743124" algn="l" defTabSz="914375" rtl="0" eaLnBrk="1" latinLnBrk="0" hangingPunct="1">
        <a:defRPr sz="1800" kern="1200">
          <a:solidFill>
            <a:schemeClr val="tx1"/>
          </a:solidFill>
          <a:latin typeface="+mn-lt"/>
          <a:ea typeface="+mn-ea"/>
          <a:cs typeface="+mn-cs"/>
        </a:defRPr>
      </a:lvl7pPr>
      <a:lvl8pPr marL="3200310" algn="l" defTabSz="914375" rtl="0" eaLnBrk="1" latinLnBrk="0" hangingPunct="1">
        <a:defRPr sz="1800" kern="1200">
          <a:solidFill>
            <a:schemeClr val="tx1"/>
          </a:solidFill>
          <a:latin typeface="+mn-lt"/>
          <a:ea typeface="+mn-ea"/>
          <a:cs typeface="+mn-cs"/>
        </a:defRPr>
      </a:lvl8pPr>
      <a:lvl9pPr marL="3657498" algn="l" defTabSz="91437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ext Box 3"/>
          <p:cNvSpPr txBox="1">
            <a:spLocks noChangeArrowheads="1"/>
          </p:cNvSpPr>
          <p:nvPr/>
        </p:nvSpPr>
        <p:spPr bwMode="auto">
          <a:xfrm>
            <a:off x="15196311" y="1491523"/>
            <a:ext cx="22914258" cy="235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4000" dirty="0">
                <a:latin typeface="+mj-lt"/>
                <a:cs typeface="Times New Roman"/>
              </a:rPr>
              <a:t>Anh Phung, Forrest Austin, Bota Yvan Brillant, Wilfred Talle, Leanna Wildes and Professor Daren Wilcox</a:t>
            </a:r>
          </a:p>
          <a:p>
            <a:pPr>
              <a:lnSpc>
                <a:spcPct val="100000"/>
              </a:lnSpc>
            </a:pPr>
            <a:r>
              <a:rPr lang="en-US" sz="4000" dirty="0">
                <a:latin typeface="+mj-lt"/>
              </a:rPr>
              <a:t>The Southern Polytechnic College of Engineering and Engineering Technology (SPCEET)</a:t>
            </a:r>
            <a:endParaRPr lang="en-US" sz="4000" dirty="0">
              <a:latin typeface="+mj-lt"/>
              <a:cs typeface="Times New Roman"/>
            </a:endParaRPr>
          </a:p>
        </p:txBody>
      </p:sp>
      <p:sp>
        <p:nvSpPr>
          <p:cNvPr id="1033" name="Rectangle 51"/>
          <p:cNvSpPr>
            <a:spLocks noChangeArrowheads="1"/>
          </p:cNvSpPr>
          <p:nvPr/>
        </p:nvSpPr>
        <p:spPr bwMode="auto">
          <a:xfrm>
            <a:off x="1879048191" y="1883162991"/>
            <a:ext cx="1879047352" cy="128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spAutoFit/>
          </a:bodyPr>
          <a:lstStyle/>
          <a:p>
            <a:pPr algn="l" defTabSz="1976580">
              <a:lnSpc>
                <a:spcPct val="100000"/>
              </a:lnSpc>
              <a:spcBef>
                <a:spcPct val="0"/>
              </a:spcBef>
            </a:pPr>
            <a:r>
              <a:rPr lang="en-US" sz="6738" b="0">
                <a:latin typeface="+mj-lt"/>
              </a:rPr>
              <a:t> </a:t>
            </a:r>
            <a:endParaRPr lang="en-US" sz="5163" b="0">
              <a:latin typeface="+mj-lt"/>
            </a:endParaRPr>
          </a:p>
        </p:txBody>
      </p:sp>
      <p:sp>
        <p:nvSpPr>
          <p:cNvPr id="1036" name="Text Box 89"/>
          <p:cNvSpPr txBox="1">
            <a:spLocks noChangeArrowheads="1"/>
          </p:cNvSpPr>
          <p:nvPr/>
        </p:nvSpPr>
        <p:spPr bwMode="auto">
          <a:xfrm>
            <a:off x="16292314" y="-2156791"/>
            <a:ext cx="5528469" cy="71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endParaRPr lang="en-US" sz="4725">
              <a:latin typeface="+mj-lt"/>
            </a:endParaRPr>
          </a:p>
        </p:txBody>
      </p:sp>
      <p:sp>
        <p:nvSpPr>
          <p:cNvPr id="4" name="TextBox 3">
            <a:extLst>
              <a:ext uri="{FF2B5EF4-FFF2-40B4-BE49-F238E27FC236}">
                <a16:creationId xmlns:a16="http://schemas.microsoft.com/office/drawing/2014/main" id="{B75C5C42-9A09-B447-AE08-CA48744D25FA}"/>
              </a:ext>
            </a:extLst>
          </p:cNvPr>
          <p:cNvSpPr txBox="1"/>
          <p:nvPr/>
        </p:nvSpPr>
        <p:spPr>
          <a:xfrm>
            <a:off x="16609935" y="710593"/>
            <a:ext cx="18382701" cy="1009379"/>
          </a:xfrm>
          <a:prstGeom prst="rect">
            <a:avLst/>
          </a:prstGeom>
          <a:noFill/>
        </p:spPr>
        <p:txBody>
          <a:bodyPr wrap="square" lIns="91440" tIns="45720" rIns="91440" bIns="45720" rtlCol="0" anchor="t">
            <a:spAutoFit/>
          </a:bodyPr>
          <a:lstStyle/>
          <a:p>
            <a:r>
              <a:rPr lang="en-US" sz="8800" dirty="0">
                <a:latin typeface="+mj-lt"/>
                <a:cs typeface="Times New Roman"/>
              </a:rPr>
              <a:t>The Portable Emissions Tracer</a:t>
            </a:r>
            <a:endParaRPr lang="en-US" dirty="0">
              <a:latin typeface="+mj-lt"/>
            </a:endParaRPr>
          </a:p>
        </p:txBody>
      </p:sp>
      <p:cxnSp>
        <p:nvCxnSpPr>
          <p:cNvPr id="7" name="Straight Connector 6">
            <a:extLst>
              <a:ext uri="{FF2B5EF4-FFF2-40B4-BE49-F238E27FC236}">
                <a16:creationId xmlns:a16="http://schemas.microsoft.com/office/drawing/2014/main" id="{3481D22E-0E64-544D-A3C5-49A0A13E7AFB}"/>
              </a:ext>
            </a:extLst>
          </p:cNvPr>
          <p:cNvCxnSpPr>
            <a:cxnSpLocks/>
          </p:cNvCxnSpPr>
          <p:nvPr/>
        </p:nvCxnSpPr>
        <p:spPr bwMode="auto">
          <a:xfrm>
            <a:off x="49796101" y="-764178"/>
            <a:ext cx="9889471" cy="0"/>
          </a:xfrm>
          <a:prstGeom prst="line">
            <a:avLst/>
          </a:prstGeom>
          <a:noFill/>
          <a:ln w="9525" cap="flat" cmpd="sng" algn="ctr">
            <a:solidFill>
              <a:srgbClr val="E3B32B"/>
            </a:solidFill>
            <a:prstDash val="solid"/>
            <a:round/>
            <a:headEnd type="none" w="med" len="med"/>
            <a:tailEnd type="none" w="med" len="med"/>
          </a:ln>
          <a:effectLst/>
        </p:spPr>
      </p:cxnSp>
      <p:sp>
        <p:nvSpPr>
          <p:cNvPr id="23" name="Text Box 6">
            <a:extLst>
              <a:ext uri="{FF2B5EF4-FFF2-40B4-BE49-F238E27FC236}">
                <a16:creationId xmlns:a16="http://schemas.microsoft.com/office/drawing/2014/main" id="{C67EB5D8-75F8-BC4B-A6C2-09C621844282}"/>
              </a:ext>
            </a:extLst>
          </p:cNvPr>
          <p:cNvSpPr txBox="1">
            <a:spLocks noChangeArrowheads="1"/>
          </p:cNvSpPr>
          <p:nvPr/>
        </p:nvSpPr>
        <p:spPr bwMode="auto">
          <a:xfrm>
            <a:off x="549383" y="26936216"/>
            <a:ext cx="11364335" cy="922869"/>
          </a:xfrm>
          <a:prstGeom prst="rect">
            <a:avLst/>
          </a:prstGeom>
          <a:solidFill>
            <a:srgbClr val="FFC6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4700" dirty="0">
                <a:solidFill>
                  <a:srgbClr val="000000"/>
                </a:solidFill>
                <a:latin typeface="+mj-lt"/>
                <a:cs typeface="Times New Roman"/>
              </a:rPr>
              <a:t>Guidelines</a:t>
            </a:r>
          </a:p>
        </p:txBody>
      </p:sp>
      <p:pic>
        <p:nvPicPr>
          <p:cNvPr id="6" name="Picture 15" descr="A yellow and grey logo on a black background&#10;&#10;Description automatically generated">
            <a:extLst>
              <a:ext uri="{FF2B5EF4-FFF2-40B4-BE49-F238E27FC236}">
                <a16:creationId xmlns:a16="http://schemas.microsoft.com/office/drawing/2014/main" id="{4CC169DB-A3B1-F486-01C3-439CC6ECC373}"/>
              </a:ext>
            </a:extLst>
          </p:cNvPr>
          <p:cNvPicPr>
            <a:picLocks noChangeAspect="1"/>
          </p:cNvPicPr>
          <p:nvPr/>
        </p:nvPicPr>
        <p:blipFill rotWithShape="1">
          <a:blip r:embed="rId3"/>
          <a:srcRect t="24068" r="-209" b="23257"/>
          <a:stretch/>
        </p:blipFill>
        <p:spPr>
          <a:xfrm>
            <a:off x="-42002" y="7512"/>
            <a:ext cx="13602618" cy="3949688"/>
          </a:xfrm>
          <a:prstGeom prst="rect">
            <a:avLst/>
          </a:prstGeom>
        </p:spPr>
      </p:pic>
      <p:sp>
        <p:nvSpPr>
          <p:cNvPr id="1034" name="Text Box 69"/>
          <p:cNvSpPr txBox="1">
            <a:spLocks noChangeArrowheads="1"/>
          </p:cNvSpPr>
          <p:nvPr/>
        </p:nvSpPr>
        <p:spPr bwMode="auto">
          <a:xfrm>
            <a:off x="13655801" y="6718128"/>
            <a:ext cx="4394994" cy="640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endParaRPr lang="en-US" sz="4200">
              <a:latin typeface="+mj-lt"/>
            </a:endParaRPr>
          </a:p>
        </p:txBody>
      </p:sp>
      <p:sp>
        <p:nvSpPr>
          <p:cNvPr id="1039" name="Text Box 729"/>
          <p:cNvSpPr txBox="1">
            <a:spLocks noChangeArrowheads="1"/>
          </p:cNvSpPr>
          <p:nvPr/>
        </p:nvSpPr>
        <p:spPr bwMode="auto">
          <a:xfrm>
            <a:off x="14073909" y="7168185"/>
            <a:ext cx="2036366" cy="640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gn="l"/>
            <a:endParaRPr lang="en-US" sz="4200">
              <a:latin typeface="+mj-lt"/>
            </a:endParaRPr>
          </a:p>
        </p:txBody>
      </p:sp>
      <p:sp>
        <p:nvSpPr>
          <p:cNvPr id="43" name="Text Box 6">
            <a:extLst>
              <a:ext uri="{FF2B5EF4-FFF2-40B4-BE49-F238E27FC236}">
                <a16:creationId xmlns:a16="http://schemas.microsoft.com/office/drawing/2014/main" id="{7AF14E4A-02CA-6147-ADFF-56DE4C709405}"/>
              </a:ext>
            </a:extLst>
          </p:cNvPr>
          <p:cNvSpPr txBox="1">
            <a:spLocks noChangeArrowheads="1"/>
          </p:cNvSpPr>
          <p:nvPr/>
        </p:nvSpPr>
        <p:spPr bwMode="auto">
          <a:xfrm>
            <a:off x="549384" y="4052149"/>
            <a:ext cx="11364337" cy="926716"/>
          </a:xfrm>
          <a:prstGeom prst="rect">
            <a:avLst/>
          </a:prstGeom>
          <a:solidFill>
            <a:srgbClr val="FFC6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4700" dirty="0">
                <a:latin typeface="+mj-lt"/>
                <a:cs typeface="Times New Roman"/>
              </a:rPr>
              <a:t>Introduction</a:t>
            </a:r>
            <a:endParaRPr lang="en-US" sz="4700" dirty="0">
              <a:solidFill>
                <a:schemeClr val="bg1"/>
              </a:solidFill>
              <a:latin typeface="+mj-lt"/>
              <a:cs typeface="Times New Roman"/>
            </a:endParaRPr>
          </a:p>
        </p:txBody>
      </p:sp>
      <p:sp>
        <p:nvSpPr>
          <p:cNvPr id="12" name="Text Box 6">
            <a:extLst>
              <a:ext uri="{FF2B5EF4-FFF2-40B4-BE49-F238E27FC236}">
                <a16:creationId xmlns:a16="http://schemas.microsoft.com/office/drawing/2014/main" id="{87C82E59-B3BC-77BF-E203-4A5458489B91}"/>
              </a:ext>
            </a:extLst>
          </p:cNvPr>
          <p:cNvSpPr txBox="1">
            <a:spLocks noChangeArrowheads="1"/>
          </p:cNvSpPr>
          <p:nvPr/>
        </p:nvSpPr>
        <p:spPr bwMode="auto">
          <a:xfrm>
            <a:off x="507843" y="15130843"/>
            <a:ext cx="11405875" cy="922869"/>
          </a:xfrm>
          <a:prstGeom prst="rect">
            <a:avLst/>
          </a:prstGeom>
          <a:solidFill>
            <a:srgbClr val="FFC6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4700" dirty="0">
                <a:solidFill>
                  <a:srgbClr val="000000"/>
                </a:solidFill>
                <a:latin typeface="+mj-lt"/>
                <a:cs typeface="Times New Roman"/>
              </a:rPr>
              <a:t>Methodology</a:t>
            </a:r>
          </a:p>
        </p:txBody>
      </p:sp>
      <p:sp>
        <p:nvSpPr>
          <p:cNvPr id="13" name="Text Box 6">
            <a:extLst>
              <a:ext uri="{FF2B5EF4-FFF2-40B4-BE49-F238E27FC236}">
                <a16:creationId xmlns:a16="http://schemas.microsoft.com/office/drawing/2014/main" id="{1DBCE218-DB00-E80C-752C-BA9BBEA61F51}"/>
              </a:ext>
            </a:extLst>
          </p:cNvPr>
          <p:cNvSpPr txBox="1">
            <a:spLocks noChangeArrowheads="1"/>
          </p:cNvSpPr>
          <p:nvPr/>
        </p:nvSpPr>
        <p:spPr bwMode="auto">
          <a:xfrm>
            <a:off x="26491083" y="24980964"/>
            <a:ext cx="11343566" cy="922869"/>
          </a:xfrm>
          <a:prstGeom prst="rect">
            <a:avLst/>
          </a:prstGeom>
          <a:solidFill>
            <a:srgbClr val="FFC6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4700" dirty="0">
                <a:solidFill>
                  <a:srgbClr val="000000"/>
                </a:solidFill>
                <a:latin typeface="+mj-lt"/>
                <a:cs typeface="Times New Roman"/>
              </a:rPr>
              <a:t>References</a:t>
            </a:r>
          </a:p>
        </p:txBody>
      </p:sp>
      <p:sp>
        <p:nvSpPr>
          <p:cNvPr id="11" name="Text Box 9">
            <a:extLst>
              <a:ext uri="{FF2B5EF4-FFF2-40B4-BE49-F238E27FC236}">
                <a16:creationId xmlns:a16="http://schemas.microsoft.com/office/drawing/2014/main" id="{5E610871-DF77-60DE-67B6-1C479CEE0F8E}"/>
              </a:ext>
            </a:extLst>
          </p:cNvPr>
          <p:cNvSpPr txBox="1">
            <a:spLocks noChangeArrowheads="1"/>
          </p:cNvSpPr>
          <p:nvPr/>
        </p:nvSpPr>
        <p:spPr bwMode="auto">
          <a:xfrm>
            <a:off x="570150" y="5529923"/>
            <a:ext cx="11364337" cy="9309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pPr algn="just">
              <a:lnSpc>
                <a:spcPct val="100000"/>
              </a:lnSpc>
            </a:pPr>
            <a:r>
              <a:rPr lang="en-US" sz="3200" b="0" dirty="0">
                <a:latin typeface="+mj-lt"/>
                <a:cs typeface="Times New Roman"/>
              </a:rPr>
              <a:t>3D printing is a widely used technology that has found more popularity, being utilized in other areas outside of industrial settings such as schools and inside homes for hobbyists. One of the more concerning problems that stems from using 3D Printer is the emission emitted from the process which are microscopic and unperceivable to the eye. Among these, formaldehyde - </a:t>
            </a:r>
            <a:r>
              <a:rPr lang="en-US" sz="3200" b="0" dirty="0">
                <a:latin typeface="+mj-lt"/>
              </a:rPr>
              <a:t>a volatile organic compound (VOC)—is of particular interest due to its potential health risks even at low concentrations. Low-cost formaldehyde sensors offer an accessible solution for monitoring air quality; however, their accuracy and reliability are often limited without proper calibration.</a:t>
            </a:r>
            <a:endParaRPr lang="en-US" sz="3200" b="0" u="sng" dirty="0">
              <a:latin typeface="+mj-lt"/>
              <a:cs typeface="Times New Roman"/>
            </a:endParaRPr>
          </a:p>
          <a:p>
            <a:pPr algn="just">
              <a:lnSpc>
                <a:spcPct val="100000"/>
              </a:lnSpc>
            </a:pPr>
            <a:r>
              <a:rPr lang="en-US" sz="3200" b="0" dirty="0">
                <a:latin typeface="+mj-lt"/>
              </a:rPr>
              <a:t>This research focuses on developing and evaluating calibration methods for a custom-designed formaldehyde sensor referred to as the Portable Emission Tracer (PET) to improve its measurement accuracy. By establishing a reliable relationship between sensor output and actual formaldehyde concentration, this work aims to enable more effective detection of hazardous emissions and support safer indoor environments where 3D printing is used.</a:t>
            </a:r>
            <a:endParaRPr lang="en-US" sz="3200" b="0" dirty="0">
              <a:latin typeface="+mj-lt"/>
              <a:cs typeface="Times New Roman"/>
            </a:endParaRPr>
          </a:p>
        </p:txBody>
      </p:sp>
      <p:graphicFrame>
        <p:nvGraphicFramePr>
          <p:cNvPr id="17" name="Table 16">
            <a:extLst>
              <a:ext uri="{FF2B5EF4-FFF2-40B4-BE49-F238E27FC236}">
                <a16:creationId xmlns:a16="http://schemas.microsoft.com/office/drawing/2014/main" id="{8BDDA98E-C6F0-2A46-725C-89EAFFB282B5}"/>
              </a:ext>
            </a:extLst>
          </p:cNvPr>
          <p:cNvGraphicFramePr>
            <a:graphicFrameLocks noGrp="1"/>
          </p:cNvGraphicFramePr>
          <p:nvPr>
            <p:extLst>
              <p:ext uri="{D42A27DB-BD31-4B8C-83A1-F6EECF244321}">
                <p14:modId xmlns:p14="http://schemas.microsoft.com/office/powerpoint/2010/main" val="1229147973"/>
              </p:ext>
            </p:extLst>
          </p:nvPr>
        </p:nvGraphicFramePr>
        <p:xfrm>
          <a:off x="549385" y="28138056"/>
          <a:ext cx="11364334" cy="3971154"/>
        </p:xfrm>
        <a:graphic>
          <a:graphicData uri="http://schemas.openxmlformats.org/drawingml/2006/table">
            <a:tbl>
              <a:tblPr bandRow="1">
                <a:tableStyleId>{073A0DAA-6AF3-43AB-8588-CEC1D06C72B9}</a:tableStyleId>
              </a:tblPr>
              <a:tblGrid>
                <a:gridCol w="3044988">
                  <a:extLst>
                    <a:ext uri="{9D8B030D-6E8A-4147-A177-3AD203B41FA5}">
                      <a16:colId xmlns:a16="http://schemas.microsoft.com/office/drawing/2014/main" val="633761195"/>
                    </a:ext>
                  </a:extLst>
                </a:gridCol>
                <a:gridCol w="5165607">
                  <a:extLst>
                    <a:ext uri="{9D8B030D-6E8A-4147-A177-3AD203B41FA5}">
                      <a16:colId xmlns:a16="http://schemas.microsoft.com/office/drawing/2014/main" val="2737873633"/>
                    </a:ext>
                  </a:extLst>
                </a:gridCol>
                <a:gridCol w="3153739">
                  <a:extLst>
                    <a:ext uri="{9D8B030D-6E8A-4147-A177-3AD203B41FA5}">
                      <a16:colId xmlns:a16="http://schemas.microsoft.com/office/drawing/2014/main" val="2419798997"/>
                    </a:ext>
                  </a:extLst>
                </a:gridCol>
              </a:tblGrid>
              <a:tr h="968118">
                <a:tc gridSpan="3">
                  <a:txBody>
                    <a:bodyPr/>
                    <a:lstStyle/>
                    <a:p>
                      <a:pPr algn="ctr" rtl="0" fontAlgn="base">
                        <a:lnSpc>
                          <a:spcPts val="1275"/>
                        </a:lnSpc>
                        <a:buNone/>
                      </a:pPr>
                      <a:r>
                        <a:rPr lang="en-US" sz="3200" dirty="0">
                          <a:effectLst/>
                        </a:rPr>
                        <a:t>Formaldehyde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hMerge="1">
                  <a:txBody>
                    <a:bodyPr/>
                    <a:lstStyle/>
                    <a:p>
                      <a:endParaRPr lang="en-US"/>
                    </a:p>
                  </a:txBody>
                  <a:tcPr marL="0" marR="0" marT="0" marB="0" anchor="ctr" horzOverflow="overflow"/>
                </a:tc>
                <a:tc hMerge="1">
                  <a:txBody>
                    <a:bodyPr/>
                    <a:lstStyle/>
                    <a:p>
                      <a:endParaRPr lang="en-US"/>
                    </a:p>
                  </a:txBody>
                  <a:tcPr marL="0" marR="0" marT="0" marB="0" anchor="ctr" horzOverflow="overflow"/>
                </a:tc>
                <a:extLst>
                  <a:ext uri="{0D108BD9-81ED-4DB2-BD59-A6C34878D82A}">
                    <a16:rowId xmlns:a16="http://schemas.microsoft.com/office/drawing/2014/main" val="3877251911"/>
                  </a:ext>
                </a:extLst>
              </a:tr>
              <a:tr h="968118">
                <a:tc>
                  <a:txBody>
                    <a:bodyPr/>
                    <a:lstStyle/>
                    <a:p>
                      <a:pPr algn="ctr" rtl="0" fontAlgn="base">
                        <a:lnSpc>
                          <a:spcPts val="1275"/>
                        </a:lnSpc>
                        <a:buNone/>
                      </a:pPr>
                      <a:r>
                        <a:rPr lang="en-US" sz="3200">
                          <a:effectLst/>
                        </a:rPr>
                        <a:t>Inhalation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rtl="0" fontAlgn="base">
                        <a:lnSpc>
                          <a:spcPts val="1275"/>
                        </a:lnSpc>
                        <a:buNone/>
                      </a:pPr>
                      <a:r>
                        <a:rPr lang="en-US" sz="3200" dirty="0">
                          <a:effectLst/>
                        </a:rPr>
                        <a:t>Acute (1-14 days)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rtl="0" fontAlgn="base">
                        <a:lnSpc>
                          <a:spcPts val="1275"/>
                        </a:lnSpc>
                        <a:buNone/>
                      </a:pPr>
                      <a:r>
                        <a:rPr lang="en-US" sz="3200">
                          <a:effectLst/>
                        </a:rPr>
                        <a:t>0.04 ppm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289179858"/>
                  </a:ext>
                </a:extLst>
              </a:tr>
              <a:tr h="968118">
                <a:tc>
                  <a:txBody>
                    <a:bodyPr/>
                    <a:lstStyle/>
                    <a:p>
                      <a:pPr algn="ctr" rtl="0" fontAlgn="base">
                        <a:lnSpc>
                          <a:spcPts val="1275"/>
                        </a:lnSpc>
                        <a:buNone/>
                      </a:pPr>
                      <a:r>
                        <a:rPr lang="en-US" sz="3200">
                          <a:effectLst/>
                        </a:rPr>
                        <a:t>Inhalation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rtl="0" fontAlgn="base">
                        <a:lnSpc>
                          <a:spcPts val="1275"/>
                        </a:lnSpc>
                        <a:buNone/>
                      </a:pPr>
                      <a:r>
                        <a:rPr lang="en-US" sz="3200">
                          <a:effectLst/>
                        </a:rPr>
                        <a:t>Intermediate (4-364 days)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rtl="0" fontAlgn="base">
                        <a:lnSpc>
                          <a:spcPts val="1275"/>
                        </a:lnSpc>
                        <a:buNone/>
                      </a:pPr>
                      <a:r>
                        <a:rPr lang="en-US" sz="3200" dirty="0">
                          <a:effectLst/>
                        </a:rPr>
                        <a:t>0.03 ppm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25270608"/>
                  </a:ext>
                </a:extLst>
              </a:tr>
              <a:tr h="885389">
                <a:tc>
                  <a:txBody>
                    <a:bodyPr/>
                    <a:lstStyle/>
                    <a:p>
                      <a:pPr algn="ctr" rtl="0" fontAlgn="base">
                        <a:lnSpc>
                          <a:spcPts val="1275"/>
                        </a:lnSpc>
                        <a:buNone/>
                      </a:pPr>
                      <a:r>
                        <a:rPr lang="en-US" sz="3200">
                          <a:effectLst/>
                        </a:rPr>
                        <a:t>Inhalation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rtl="0" fontAlgn="base">
                        <a:lnSpc>
                          <a:spcPct val="100000"/>
                        </a:lnSpc>
                        <a:buNone/>
                      </a:pPr>
                      <a:r>
                        <a:rPr lang="en-US" sz="3200" dirty="0">
                          <a:effectLst/>
                        </a:rPr>
                        <a:t>Chronic (365 days and longer)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rtl="0" fontAlgn="base">
                        <a:lnSpc>
                          <a:spcPts val="1275"/>
                        </a:lnSpc>
                        <a:buNone/>
                      </a:pPr>
                      <a:r>
                        <a:rPr lang="en-US" sz="3200" dirty="0">
                          <a:effectLst/>
                        </a:rPr>
                        <a:t>0.008 ppm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701758371"/>
                  </a:ext>
                </a:extLst>
              </a:tr>
            </a:tbl>
          </a:graphicData>
        </a:graphic>
      </p:graphicFrame>
      <p:sp>
        <p:nvSpPr>
          <p:cNvPr id="18" name="TextBox 17">
            <a:extLst>
              <a:ext uri="{FF2B5EF4-FFF2-40B4-BE49-F238E27FC236}">
                <a16:creationId xmlns:a16="http://schemas.microsoft.com/office/drawing/2014/main" id="{B345D51E-6187-DC88-B50C-5474E9F9C596}"/>
              </a:ext>
            </a:extLst>
          </p:cNvPr>
          <p:cNvSpPr txBox="1"/>
          <p:nvPr/>
        </p:nvSpPr>
        <p:spPr>
          <a:xfrm>
            <a:off x="13990454" y="20913014"/>
            <a:ext cx="5238961" cy="3445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dirty="0">
                <a:latin typeface="+mj-lt"/>
                <a:cs typeface="Times New Roman"/>
              </a:rPr>
              <a:t>Figure 3: Functional block diagram </a:t>
            </a:r>
          </a:p>
        </p:txBody>
      </p:sp>
      <p:sp>
        <p:nvSpPr>
          <p:cNvPr id="37" name="TextBox 36">
            <a:extLst>
              <a:ext uri="{FF2B5EF4-FFF2-40B4-BE49-F238E27FC236}">
                <a16:creationId xmlns:a16="http://schemas.microsoft.com/office/drawing/2014/main" id="{C5AFC3D9-BC24-DB82-9C2B-18264A0FD630}"/>
              </a:ext>
            </a:extLst>
          </p:cNvPr>
          <p:cNvSpPr txBox="1"/>
          <p:nvPr/>
        </p:nvSpPr>
        <p:spPr>
          <a:xfrm>
            <a:off x="26491081" y="26154704"/>
            <a:ext cx="11343566"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00000"/>
              </a:lnSpc>
              <a:spcBef>
                <a:spcPts val="0"/>
              </a:spcBef>
              <a:spcAft>
                <a:spcPts val="0"/>
              </a:spcAft>
            </a:pPr>
            <a:r>
              <a:rPr lang="en-US" sz="3000" b="0" dirty="0">
                <a:latin typeface="+mj-lt"/>
                <a:cs typeface="Times New Roman"/>
              </a:rPr>
              <a:t>[1] Alonso M. J, Madsen H, Liu P, Jørgensen R. B, Jørgensen T. B, Christiansen E. J, Myrvang O. A, Bastien D, Mathisen H. M, Evaluation of low-cost formaldehyde sensors calibration, Building and Environment, Volume 222, 2022, 109380, ISSN0360-1323, https://doi.org/10.1016/j.buildenv.2022.109380.</a:t>
            </a:r>
          </a:p>
          <a:p>
            <a:pPr algn="just">
              <a:lnSpc>
                <a:spcPct val="100000"/>
              </a:lnSpc>
              <a:spcBef>
                <a:spcPts val="0"/>
              </a:spcBef>
              <a:spcAft>
                <a:spcPts val="0"/>
              </a:spcAft>
            </a:pPr>
            <a:r>
              <a:rPr lang="en-US" sz="3000" b="0" dirty="0">
                <a:latin typeface="+mj-lt"/>
                <a:cs typeface="Times New Roman"/>
              </a:rPr>
              <a:t>[2] Pei Z, </a:t>
            </a:r>
            <a:r>
              <a:rPr lang="en-US" sz="3000" b="0" dirty="0" err="1">
                <a:latin typeface="+mj-lt"/>
                <a:cs typeface="Times New Roman"/>
              </a:rPr>
              <a:t>Balitskiy</a:t>
            </a:r>
            <a:r>
              <a:rPr lang="en-US" sz="3000" b="0" dirty="0">
                <a:latin typeface="+mj-lt"/>
                <a:cs typeface="Times New Roman"/>
              </a:rPr>
              <a:t> M, Thalman R, Kelly KE. Laboratory Performance Evaluation of a Low-Cost Electrochemical Formaldehyde Sensor. Sensors (Basel). 2023 Aug 26;23(17):7444. </a:t>
            </a:r>
            <a:r>
              <a:rPr lang="en-US" sz="3000" b="0" dirty="0" err="1">
                <a:latin typeface="+mj-lt"/>
                <a:cs typeface="Times New Roman"/>
              </a:rPr>
              <a:t>doi</a:t>
            </a:r>
            <a:r>
              <a:rPr lang="en-US" sz="3000" b="0" dirty="0">
                <a:latin typeface="+mj-lt"/>
                <a:cs typeface="Times New Roman"/>
              </a:rPr>
              <a:t>: 10.3390/s23177444. PMID: 37687899; PMCID: PMC10490822.</a:t>
            </a:r>
          </a:p>
          <a:p>
            <a:pPr algn="just">
              <a:lnSpc>
                <a:spcPct val="100000"/>
              </a:lnSpc>
              <a:spcBef>
                <a:spcPts val="0"/>
              </a:spcBef>
              <a:spcAft>
                <a:spcPts val="0"/>
              </a:spcAft>
            </a:pPr>
            <a:r>
              <a:rPr lang="en-US" sz="3000" b="0" dirty="0">
                <a:latin typeface="+mj-lt"/>
                <a:cs typeface="Times New Roman"/>
              </a:rPr>
              <a:t>[3] ATSDR, “Minimal Risk Levels for Hazardous Substances | </a:t>
            </a:r>
            <a:r>
              <a:rPr lang="en-US" sz="3000" b="0" dirty="0" err="1">
                <a:latin typeface="+mj-lt"/>
                <a:cs typeface="Times New Roman"/>
              </a:rPr>
              <a:t>ATSDR,”wwwn.cdc.gov</a:t>
            </a:r>
            <a:r>
              <a:rPr lang="en-US" sz="3000" b="0" dirty="0">
                <a:latin typeface="+mj-lt"/>
                <a:cs typeface="Times New Roman"/>
              </a:rPr>
              <a:t>. https://wwwn.cdc.gov/TSP/MRLS/mrlslisting.aspx</a:t>
            </a:r>
          </a:p>
          <a:p>
            <a:pPr algn="just">
              <a:lnSpc>
                <a:spcPct val="100000"/>
              </a:lnSpc>
              <a:spcBef>
                <a:spcPts val="0"/>
              </a:spcBef>
              <a:spcAft>
                <a:spcPts val="0"/>
              </a:spcAft>
            </a:pPr>
            <a:r>
              <a:rPr lang="en-US" sz="3000" b="0" dirty="0">
                <a:latin typeface="+mj-lt"/>
                <a:cs typeface="Times New Roman"/>
              </a:rPr>
              <a:t>[4] Sander R. Henry’s Law Constant. Max-Planck Institute for Chemistry Mainz, Germany https://www.henrys-law.org/henry/.</a:t>
            </a:r>
          </a:p>
        </p:txBody>
      </p:sp>
      <p:sp>
        <p:nvSpPr>
          <p:cNvPr id="40" name="TextBox 39">
            <a:extLst>
              <a:ext uri="{FF2B5EF4-FFF2-40B4-BE49-F238E27FC236}">
                <a16:creationId xmlns:a16="http://schemas.microsoft.com/office/drawing/2014/main" id="{ABFCF730-3E8E-35FD-2376-B099CC4ECA7A}"/>
              </a:ext>
            </a:extLst>
          </p:cNvPr>
          <p:cNvSpPr txBox="1"/>
          <p:nvPr/>
        </p:nvSpPr>
        <p:spPr>
          <a:xfrm>
            <a:off x="507843" y="32222433"/>
            <a:ext cx="11405879" cy="3865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latin typeface="+mj-lt"/>
                <a:cs typeface="Times New Roman"/>
              </a:rPr>
              <a:t>Table 1: Minimum Risk Levels for Hazardous Substances [3]</a:t>
            </a:r>
          </a:p>
        </p:txBody>
      </p:sp>
      <p:sp>
        <p:nvSpPr>
          <p:cNvPr id="24" name="Text Box 6">
            <a:extLst>
              <a:ext uri="{FF2B5EF4-FFF2-40B4-BE49-F238E27FC236}">
                <a16:creationId xmlns:a16="http://schemas.microsoft.com/office/drawing/2014/main" id="{39D9BF2E-EA75-32A7-F693-FECB6FA7D7C7}"/>
              </a:ext>
            </a:extLst>
          </p:cNvPr>
          <p:cNvSpPr txBox="1">
            <a:spLocks noChangeArrowheads="1"/>
          </p:cNvSpPr>
          <p:nvPr/>
        </p:nvSpPr>
        <p:spPr bwMode="auto">
          <a:xfrm>
            <a:off x="13764500" y="22550490"/>
            <a:ext cx="11343567" cy="947453"/>
          </a:xfrm>
          <a:prstGeom prst="rect">
            <a:avLst/>
          </a:prstGeom>
          <a:solidFill>
            <a:srgbClr val="FFC6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4700" dirty="0">
                <a:latin typeface="+mj-lt"/>
                <a:cs typeface="Times New Roman"/>
              </a:rPr>
              <a:t>Calculation</a:t>
            </a:r>
          </a:p>
        </p:txBody>
      </p:sp>
      <p:sp>
        <p:nvSpPr>
          <p:cNvPr id="21" name="Text Box 6">
            <a:extLst>
              <a:ext uri="{FF2B5EF4-FFF2-40B4-BE49-F238E27FC236}">
                <a16:creationId xmlns:a16="http://schemas.microsoft.com/office/drawing/2014/main" id="{2F2EF246-48F3-04CE-C98A-9876EEA4D3E4}"/>
              </a:ext>
            </a:extLst>
          </p:cNvPr>
          <p:cNvSpPr txBox="1">
            <a:spLocks noChangeArrowheads="1"/>
          </p:cNvSpPr>
          <p:nvPr/>
        </p:nvSpPr>
        <p:spPr bwMode="auto">
          <a:xfrm>
            <a:off x="13764499" y="26936216"/>
            <a:ext cx="11343568" cy="922869"/>
          </a:xfrm>
          <a:prstGeom prst="rect">
            <a:avLst/>
          </a:prstGeom>
          <a:solidFill>
            <a:srgbClr val="FFC6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4700" dirty="0">
                <a:solidFill>
                  <a:srgbClr val="000000"/>
                </a:solidFill>
                <a:latin typeface="+mj-lt"/>
                <a:cs typeface="Times New Roman"/>
              </a:rPr>
              <a:t>Acknowledgement</a:t>
            </a:r>
            <a:endParaRPr lang="en-US" dirty="0">
              <a:latin typeface="+mj-lt"/>
            </a:endParaRPr>
          </a:p>
        </p:txBody>
      </p:sp>
      <p:sp>
        <p:nvSpPr>
          <p:cNvPr id="39" name="TextBox 38">
            <a:extLst>
              <a:ext uri="{FF2B5EF4-FFF2-40B4-BE49-F238E27FC236}">
                <a16:creationId xmlns:a16="http://schemas.microsoft.com/office/drawing/2014/main" id="{B2D398A2-798C-B490-2A31-C8FA78CCEA24}"/>
              </a:ext>
            </a:extLst>
          </p:cNvPr>
          <p:cNvSpPr txBox="1"/>
          <p:nvPr/>
        </p:nvSpPr>
        <p:spPr>
          <a:xfrm>
            <a:off x="13764499" y="28531307"/>
            <a:ext cx="11343568" cy="3577903"/>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l">
              <a:lnSpc>
                <a:spcPct val="100000"/>
              </a:lnSpc>
              <a:spcBef>
                <a:spcPts val="50"/>
              </a:spcBef>
            </a:pPr>
            <a:r>
              <a:rPr lang="en-US" sz="3200" dirty="0">
                <a:latin typeface="+mj-lt"/>
                <a:cs typeface="Times New Roman"/>
              </a:rPr>
              <a:t>Professor Javad </a:t>
            </a:r>
            <a:r>
              <a:rPr lang="en-US" sz="3200" dirty="0" err="1">
                <a:latin typeface="+mj-lt"/>
                <a:cs typeface="Times New Roman"/>
              </a:rPr>
              <a:t>Khazaii</a:t>
            </a:r>
            <a:r>
              <a:rPr lang="en-US" sz="3200" dirty="0">
                <a:latin typeface="+mj-lt"/>
                <a:cs typeface="Times New Roman"/>
              </a:rPr>
              <a:t> – Mechanical Engineering Technology Department</a:t>
            </a:r>
          </a:p>
          <a:p>
            <a:pPr algn="l">
              <a:lnSpc>
                <a:spcPct val="100000"/>
              </a:lnSpc>
              <a:spcBef>
                <a:spcPts val="50"/>
              </a:spcBef>
            </a:pPr>
            <a:r>
              <a:rPr lang="en-US" sz="3200" dirty="0">
                <a:latin typeface="+mj-lt"/>
                <a:cs typeface="Times New Roman"/>
              </a:rPr>
              <a:t>Professor Diane Diatta - Chemistry and Biochemistry Department</a:t>
            </a:r>
          </a:p>
          <a:p>
            <a:pPr algn="l">
              <a:lnSpc>
                <a:spcPct val="100000"/>
              </a:lnSpc>
              <a:spcBef>
                <a:spcPts val="50"/>
              </a:spcBef>
            </a:pPr>
            <a:r>
              <a:rPr lang="en-US" sz="3200" dirty="0">
                <a:latin typeface="+mj-lt"/>
                <a:cs typeface="Times New Roman"/>
              </a:rPr>
              <a:t>Alex Lehocky – KSU Environmental Health &amp; Safety</a:t>
            </a:r>
          </a:p>
          <a:p>
            <a:pPr algn="l">
              <a:lnSpc>
                <a:spcPct val="100000"/>
              </a:lnSpc>
              <a:spcBef>
                <a:spcPts val="50"/>
              </a:spcBef>
            </a:pPr>
            <a:r>
              <a:rPr lang="en-US" sz="3200" dirty="0">
                <a:latin typeface="+mj-lt"/>
                <a:cs typeface="Times New Roman"/>
              </a:rPr>
              <a:t>Professor Richard Kennedy – Mechanical Engineering Technology Department</a:t>
            </a:r>
          </a:p>
        </p:txBody>
      </p:sp>
      <p:sp>
        <p:nvSpPr>
          <p:cNvPr id="5" name="TextBox 4">
            <a:extLst>
              <a:ext uri="{FF2B5EF4-FFF2-40B4-BE49-F238E27FC236}">
                <a16:creationId xmlns:a16="http://schemas.microsoft.com/office/drawing/2014/main" id="{7C7F6EF0-551C-90B3-B2C9-1CD899BA2761}"/>
              </a:ext>
            </a:extLst>
          </p:cNvPr>
          <p:cNvSpPr txBox="1"/>
          <p:nvPr/>
        </p:nvSpPr>
        <p:spPr>
          <a:xfrm>
            <a:off x="19296924" y="13566094"/>
            <a:ext cx="6555806" cy="3445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mj-lt"/>
                <a:cs typeface="Times New Roman"/>
              </a:rPr>
              <a:t>Figure 2: Air Flow Simulation of PET Sensor</a:t>
            </a:r>
          </a:p>
        </p:txBody>
      </p:sp>
      <p:sp>
        <p:nvSpPr>
          <p:cNvPr id="20" name="Text Box 6">
            <a:extLst>
              <a:ext uri="{FF2B5EF4-FFF2-40B4-BE49-F238E27FC236}">
                <a16:creationId xmlns:a16="http://schemas.microsoft.com/office/drawing/2014/main" id="{565E1C3E-01E1-D29F-8B76-97C9FC7099EB}"/>
              </a:ext>
            </a:extLst>
          </p:cNvPr>
          <p:cNvSpPr txBox="1">
            <a:spLocks noChangeArrowheads="1"/>
          </p:cNvSpPr>
          <p:nvPr/>
        </p:nvSpPr>
        <p:spPr bwMode="auto">
          <a:xfrm>
            <a:off x="26767002" y="4052149"/>
            <a:ext cx="11343567" cy="944038"/>
          </a:xfrm>
          <a:prstGeom prst="rect">
            <a:avLst/>
          </a:prstGeom>
          <a:solidFill>
            <a:srgbClr val="FFC6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4700" dirty="0">
                <a:latin typeface="+mj-lt"/>
                <a:cs typeface="Times New Roman"/>
              </a:rPr>
              <a:t>Results</a:t>
            </a:r>
          </a:p>
        </p:txBody>
      </p:sp>
      <p:pic>
        <p:nvPicPr>
          <p:cNvPr id="15" name="Picture 14">
            <a:extLst>
              <a:ext uri="{FF2B5EF4-FFF2-40B4-BE49-F238E27FC236}">
                <a16:creationId xmlns:a16="http://schemas.microsoft.com/office/drawing/2014/main" id="{0BFD5CF9-19A1-F7AF-F38A-8365351BDB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34835" y="15757989"/>
            <a:ext cx="6959728" cy="4956720"/>
          </a:xfrm>
          <a:prstGeom prst="rect">
            <a:avLst/>
          </a:prstGeom>
        </p:spPr>
      </p:pic>
      <p:sp>
        <p:nvSpPr>
          <p:cNvPr id="3" name="TextBox 2">
            <a:extLst>
              <a:ext uri="{FF2B5EF4-FFF2-40B4-BE49-F238E27FC236}">
                <a16:creationId xmlns:a16="http://schemas.microsoft.com/office/drawing/2014/main" id="{4FBD16CF-9F44-F99A-5E30-06B70F18528C}"/>
              </a:ext>
            </a:extLst>
          </p:cNvPr>
          <p:cNvSpPr txBox="1"/>
          <p:nvPr/>
        </p:nvSpPr>
        <p:spPr>
          <a:xfrm>
            <a:off x="528612" y="16459200"/>
            <a:ext cx="11405875" cy="9941183"/>
          </a:xfrm>
          <a:prstGeom prst="rect">
            <a:avLst/>
          </a:prstGeom>
          <a:noFill/>
        </p:spPr>
        <p:txBody>
          <a:bodyPr wrap="square" rtlCol="0">
            <a:spAutoFit/>
          </a:bodyPr>
          <a:lstStyle/>
          <a:p>
            <a:pPr algn="just">
              <a:lnSpc>
                <a:spcPct val="100000"/>
              </a:lnSpc>
            </a:pPr>
            <a:r>
              <a:rPr lang="en-US" sz="3200" b="0" dirty="0">
                <a:latin typeface="+mj-lt"/>
              </a:rPr>
              <a:t>In this study, a commercial air quality monitor that has the capability to measure formaldehyde concentration and the micro-electro-mechanical system (MEMS) metal-oxide semiconductor (MOS) formaldehyde sensor in the PET system was used. Both were exposed to a formaldehyde source placed within a sealed enclosure inside a fume hood. The data obtained by the commercial and PET sensor were compared to establish a model representing the sensor behavior. Serial dilution was done to get six different concentration (0.02, 0.05, 0.1, 0.5, 1, 3 ppm) from a 37% formaldehyde solution. The temperature and relative humidity was relatively constant throughout the testing. Both sensors were turned on and left to warm up for at least 30 minutes before introducing them to formaldehyde source. 1 mL of each concentration was put onto a weight boat and placed inside the sealed enclosure for 30 minutes. After which the enclosure was opened up to let the fume hood flush in fresh air for 10 minutes, and the process was repeated [1]. These six concentrations were chosen because according to Table 1, the acute limit of exposure from CDC is 0.04 ppm so the highest gas concentration  should be less than 0.04 ppm, which is 0.03 ppm, as anything above this is considered hazardous. </a:t>
            </a:r>
          </a:p>
        </p:txBody>
      </p:sp>
      <p:graphicFrame>
        <p:nvGraphicFramePr>
          <p:cNvPr id="8" name="Table 7">
            <a:extLst>
              <a:ext uri="{FF2B5EF4-FFF2-40B4-BE49-F238E27FC236}">
                <a16:creationId xmlns:a16="http://schemas.microsoft.com/office/drawing/2014/main" id="{65A4C96B-15BE-21E6-704A-AF62F53C2E1D}"/>
              </a:ext>
            </a:extLst>
          </p:cNvPr>
          <p:cNvGraphicFramePr>
            <a:graphicFrameLocks noGrp="1"/>
          </p:cNvGraphicFramePr>
          <p:nvPr>
            <p:extLst>
              <p:ext uri="{D42A27DB-BD31-4B8C-83A1-F6EECF244321}">
                <p14:modId xmlns:p14="http://schemas.microsoft.com/office/powerpoint/2010/main" val="1838648123"/>
              </p:ext>
            </p:extLst>
          </p:nvPr>
        </p:nvGraphicFramePr>
        <p:xfrm>
          <a:off x="26767002" y="5408326"/>
          <a:ext cx="11343566" cy="5976555"/>
        </p:xfrm>
        <a:graphic>
          <a:graphicData uri="http://schemas.openxmlformats.org/drawingml/2006/table">
            <a:tbl>
              <a:tblPr firstRow="1" firstCol="1" bandRow="1">
                <a:tableStyleId>{5940675A-B579-460E-94D1-54222C63F5DA}</a:tableStyleId>
              </a:tblPr>
              <a:tblGrid>
                <a:gridCol w="3782230">
                  <a:extLst>
                    <a:ext uri="{9D8B030D-6E8A-4147-A177-3AD203B41FA5}">
                      <a16:colId xmlns:a16="http://schemas.microsoft.com/office/drawing/2014/main" val="3678373947"/>
                    </a:ext>
                  </a:extLst>
                </a:gridCol>
                <a:gridCol w="3780668">
                  <a:extLst>
                    <a:ext uri="{9D8B030D-6E8A-4147-A177-3AD203B41FA5}">
                      <a16:colId xmlns:a16="http://schemas.microsoft.com/office/drawing/2014/main" val="473241970"/>
                    </a:ext>
                  </a:extLst>
                </a:gridCol>
                <a:gridCol w="3780668">
                  <a:extLst>
                    <a:ext uri="{9D8B030D-6E8A-4147-A177-3AD203B41FA5}">
                      <a16:colId xmlns:a16="http://schemas.microsoft.com/office/drawing/2014/main" val="1143175369"/>
                    </a:ext>
                  </a:extLst>
                </a:gridCol>
              </a:tblGrid>
              <a:tr h="2012702">
                <a:tc>
                  <a:txBody>
                    <a:bodyPr/>
                    <a:lstStyle/>
                    <a:p>
                      <a:pPr marL="0" marR="0" algn="ctr">
                        <a:lnSpc>
                          <a:spcPct val="116000"/>
                        </a:lnSpc>
                        <a:spcAft>
                          <a:spcPts val="800"/>
                        </a:spcAft>
                        <a:buNone/>
                      </a:pPr>
                      <a:r>
                        <a:rPr lang="en-US" sz="3200" dirty="0">
                          <a:effectLst/>
                        </a:rPr>
                        <a:t>Formaldehyde Concentration in Air (ppm)</a:t>
                      </a:r>
                      <a:endParaRPr lang="en-US" sz="3200" dirty="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marL="0" marR="0" algn="ctr">
                        <a:lnSpc>
                          <a:spcPct val="116000"/>
                        </a:lnSpc>
                        <a:spcAft>
                          <a:spcPts val="800"/>
                        </a:spcAft>
                        <a:buNone/>
                      </a:pPr>
                      <a:r>
                        <a:rPr lang="en-US" sz="3200" dirty="0">
                          <a:effectLst/>
                        </a:rPr>
                        <a:t>Average for Commercial Sensor (ppm)</a:t>
                      </a:r>
                      <a:endParaRPr lang="en-US" sz="3200" dirty="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marL="0" marR="0" algn="ctr">
                        <a:lnSpc>
                          <a:spcPct val="116000"/>
                        </a:lnSpc>
                        <a:spcAft>
                          <a:spcPts val="800"/>
                        </a:spcAft>
                        <a:buNone/>
                      </a:pPr>
                      <a:r>
                        <a:rPr lang="en-US" sz="3200">
                          <a:effectLst/>
                        </a:rPr>
                        <a:t>Average for Fermion Sensor (ppm)</a:t>
                      </a:r>
                      <a:endParaRPr lang="en-US" sz="320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2460248532"/>
                  </a:ext>
                </a:extLst>
              </a:tr>
              <a:tr h="665355">
                <a:tc>
                  <a:txBody>
                    <a:bodyPr/>
                    <a:lstStyle/>
                    <a:p>
                      <a:pPr marL="0" marR="0" algn="ctr">
                        <a:lnSpc>
                          <a:spcPct val="116000"/>
                        </a:lnSpc>
                        <a:spcAft>
                          <a:spcPts val="800"/>
                        </a:spcAft>
                        <a:buNone/>
                      </a:pPr>
                      <a:r>
                        <a:rPr lang="en-US" sz="3200">
                          <a:effectLst/>
                        </a:rPr>
                        <a:t>0.030811</a:t>
                      </a:r>
                      <a:endParaRPr lang="en-US" sz="320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marL="0" marR="0" algn="ctr">
                        <a:lnSpc>
                          <a:spcPct val="116000"/>
                        </a:lnSpc>
                        <a:spcAft>
                          <a:spcPts val="800"/>
                        </a:spcAft>
                        <a:buNone/>
                      </a:pPr>
                      <a:r>
                        <a:rPr lang="en-US" sz="3200" dirty="0">
                          <a:effectLst/>
                        </a:rPr>
                        <a:t>0.045171</a:t>
                      </a:r>
                      <a:endParaRPr lang="en-US" sz="3200" dirty="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marL="0" marR="0" algn="ctr">
                        <a:lnSpc>
                          <a:spcPct val="116000"/>
                        </a:lnSpc>
                        <a:spcAft>
                          <a:spcPts val="800"/>
                        </a:spcAft>
                        <a:buNone/>
                      </a:pPr>
                      <a:r>
                        <a:rPr lang="en-US" sz="3200">
                          <a:effectLst/>
                        </a:rPr>
                        <a:t>0.009136131</a:t>
                      </a:r>
                      <a:endParaRPr lang="en-US" sz="320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b"/>
                </a:tc>
                <a:extLst>
                  <a:ext uri="{0D108BD9-81ED-4DB2-BD59-A6C34878D82A}">
                    <a16:rowId xmlns:a16="http://schemas.microsoft.com/office/drawing/2014/main" val="1679909740"/>
                  </a:ext>
                </a:extLst>
              </a:tr>
              <a:tr h="665355">
                <a:tc>
                  <a:txBody>
                    <a:bodyPr/>
                    <a:lstStyle/>
                    <a:p>
                      <a:pPr marL="0" marR="0" algn="ctr">
                        <a:lnSpc>
                          <a:spcPct val="116000"/>
                        </a:lnSpc>
                        <a:spcAft>
                          <a:spcPts val="800"/>
                        </a:spcAft>
                        <a:buNone/>
                      </a:pPr>
                      <a:r>
                        <a:rPr lang="en-US" sz="3200">
                          <a:effectLst/>
                        </a:rPr>
                        <a:t>0.010270</a:t>
                      </a:r>
                      <a:endParaRPr lang="en-US" sz="320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marL="0" marR="0" algn="ctr">
                        <a:lnSpc>
                          <a:spcPct val="116000"/>
                        </a:lnSpc>
                        <a:spcAft>
                          <a:spcPts val="800"/>
                        </a:spcAft>
                        <a:buNone/>
                      </a:pPr>
                      <a:r>
                        <a:rPr lang="en-US" sz="3200" dirty="0">
                          <a:effectLst/>
                        </a:rPr>
                        <a:t>0.010038</a:t>
                      </a:r>
                      <a:endParaRPr lang="en-US" sz="3200" dirty="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marL="0" marR="0" algn="ctr">
                        <a:lnSpc>
                          <a:spcPct val="116000"/>
                        </a:lnSpc>
                        <a:spcAft>
                          <a:spcPts val="800"/>
                        </a:spcAft>
                        <a:buNone/>
                      </a:pPr>
                      <a:r>
                        <a:rPr lang="en-US" sz="3200" dirty="0">
                          <a:effectLst/>
                        </a:rPr>
                        <a:t>0.007069211</a:t>
                      </a:r>
                      <a:endParaRPr lang="en-US" sz="3200" dirty="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b"/>
                </a:tc>
                <a:extLst>
                  <a:ext uri="{0D108BD9-81ED-4DB2-BD59-A6C34878D82A}">
                    <a16:rowId xmlns:a16="http://schemas.microsoft.com/office/drawing/2014/main" val="3141267622"/>
                  </a:ext>
                </a:extLst>
              </a:tr>
              <a:tr h="665355">
                <a:tc>
                  <a:txBody>
                    <a:bodyPr/>
                    <a:lstStyle/>
                    <a:p>
                      <a:pPr marL="0" marR="0" algn="ctr">
                        <a:lnSpc>
                          <a:spcPct val="116000"/>
                        </a:lnSpc>
                        <a:spcAft>
                          <a:spcPts val="800"/>
                        </a:spcAft>
                        <a:buNone/>
                      </a:pPr>
                      <a:r>
                        <a:rPr lang="en-US" sz="3200">
                          <a:effectLst/>
                        </a:rPr>
                        <a:t>0.005135</a:t>
                      </a:r>
                      <a:endParaRPr lang="en-US" sz="320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marL="0" marR="0" algn="ctr">
                        <a:lnSpc>
                          <a:spcPct val="116000"/>
                        </a:lnSpc>
                        <a:spcAft>
                          <a:spcPts val="800"/>
                        </a:spcAft>
                        <a:buNone/>
                      </a:pPr>
                      <a:r>
                        <a:rPr lang="en-US" sz="3200" dirty="0">
                          <a:effectLst/>
                        </a:rPr>
                        <a:t>0.060228</a:t>
                      </a:r>
                      <a:endParaRPr lang="en-US" sz="3200" dirty="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marL="0" marR="0" algn="ctr">
                        <a:lnSpc>
                          <a:spcPct val="116000"/>
                        </a:lnSpc>
                        <a:spcAft>
                          <a:spcPts val="800"/>
                        </a:spcAft>
                        <a:buNone/>
                      </a:pPr>
                      <a:r>
                        <a:rPr lang="en-US" sz="3200" dirty="0">
                          <a:effectLst/>
                        </a:rPr>
                        <a:t>0.007243351</a:t>
                      </a:r>
                      <a:endParaRPr lang="en-US" sz="3200" dirty="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b"/>
                </a:tc>
                <a:extLst>
                  <a:ext uri="{0D108BD9-81ED-4DB2-BD59-A6C34878D82A}">
                    <a16:rowId xmlns:a16="http://schemas.microsoft.com/office/drawing/2014/main" val="1563516389"/>
                  </a:ext>
                </a:extLst>
              </a:tr>
              <a:tr h="637078">
                <a:tc>
                  <a:txBody>
                    <a:bodyPr/>
                    <a:lstStyle/>
                    <a:p>
                      <a:pPr marL="0" marR="0" algn="ctr">
                        <a:lnSpc>
                          <a:spcPct val="116000"/>
                        </a:lnSpc>
                        <a:spcAft>
                          <a:spcPts val="800"/>
                        </a:spcAft>
                        <a:buNone/>
                      </a:pPr>
                      <a:r>
                        <a:rPr lang="en-US" sz="3200">
                          <a:effectLst/>
                        </a:rPr>
                        <a:t>0.001027</a:t>
                      </a:r>
                      <a:endParaRPr lang="en-US" sz="320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marL="0" marR="0" algn="ctr">
                        <a:lnSpc>
                          <a:spcPct val="116000"/>
                        </a:lnSpc>
                        <a:spcAft>
                          <a:spcPts val="800"/>
                        </a:spcAft>
                        <a:buNone/>
                      </a:pPr>
                      <a:r>
                        <a:rPr lang="en-US" sz="3200">
                          <a:effectLst/>
                        </a:rPr>
                        <a:t>0.030114</a:t>
                      </a:r>
                      <a:endParaRPr lang="en-US" sz="320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marL="0" marR="0" algn="ctr">
                        <a:lnSpc>
                          <a:spcPct val="116000"/>
                        </a:lnSpc>
                        <a:spcAft>
                          <a:spcPts val="800"/>
                        </a:spcAft>
                        <a:buNone/>
                      </a:pPr>
                      <a:r>
                        <a:rPr lang="en-US" sz="3200" dirty="0">
                          <a:effectLst/>
                        </a:rPr>
                        <a:t>0.007141339</a:t>
                      </a:r>
                      <a:endParaRPr lang="en-US" sz="3200" dirty="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b"/>
                </a:tc>
                <a:extLst>
                  <a:ext uri="{0D108BD9-81ED-4DB2-BD59-A6C34878D82A}">
                    <a16:rowId xmlns:a16="http://schemas.microsoft.com/office/drawing/2014/main" val="1225817070"/>
                  </a:ext>
                </a:extLst>
              </a:tr>
              <a:tr h="665355">
                <a:tc>
                  <a:txBody>
                    <a:bodyPr/>
                    <a:lstStyle/>
                    <a:p>
                      <a:pPr marL="0" marR="0" algn="ctr">
                        <a:lnSpc>
                          <a:spcPct val="116000"/>
                        </a:lnSpc>
                        <a:spcAft>
                          <a:spcPts val="800"/>
                        </a:spcAft>
                        <a:buNone/>
                      </a:pPr>
                      <a:r>
                        <a:rPr lang="en-US" sz="3200">
                          <a:effectLst/>
                        </a:rPr>
                        <a:t>0.000514</a:t>
                      </a:r>
                      <a:endParaRPr lang="en-US" sz="320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marL="0" marR="0" algn="ctr">
                        <a:lnSpc>
                          <a:spcPct val="116000"/>
                        </a:lnSpc>
                        <a:spcAft>
                          <a:spcPts val="800"/>
                        </a:spcAft>
                        <a:buNone/>
                      </a:pPr>
                      <a:r>
                        <a:rPr lang="en-US" sz="3200">
                          <a:effectLst/>
                        </a:rPr>
                        <a:t>0.000000</a:t>
                      </a:r>
                      <a:endParaRPr lang="en-US" sz="320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marL="0" marR="0" algn="ctr">
                        <a:lnSpc>
                          <a:spcPct val="116000"/>
                        </a:lnSpc>
                        <a:spcAft>
                          <a:spcPts val="800"/>
                        </a:spcAft>
                        <a:buNone/>
                      </a:pPr>
                      <a:r>
                        <a:rPr lang="en-US" sz="3200" dirty="0">
                          <a:effectLst/>
                        </a:rPr>
                        <a:t>0.005705817</a:t>
                      </a:r>
                      <a:endParaRPr lang="en-US" sz="3200" dirty="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b"/>
                </a:tc>
                <a:extLst>
                  <a:ext uri="{0D108BD9-81ED-4DB2-BD59-A6C34878D82A}">
                    <a16:rowId xmlns:a16="http://schemas.microsoft.com/office/drawing/2014/main" val="3453977650"/>
                  </a:ext>
                </a:extLst>
              </a:tr>
              <a:tr h="665355">
                <a:tc>
                  <a:txBody>
                    <a:bodyPr/>
                    <a:lstStyle/>
                    <a:p>
                      <a:pPr marL="0" marR="0" algn="ctr">
                        <a:lnSpc>
                          <a:spcPct val="116000"/>
                        </a:lnSpc>
                        <a:spcAft>
                          <a:spcPts val="800"/>
                        </a:spcAft>
                        <a:buNone/>
                      </a:pPr>
                      <a:r>
                        <a:rPr lang="en-US" sz="3200">
                          <a:effectLst/>
                        </a:rPr>
                        <a:t>0.000205</a:t>
                      </a:r>
                      <a:endParaRPr lang="en-US" sz="320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marL="0" marR="0" algn="ctr">
                        <a:lnSpc>
                          <a:spcPct val="116000"/>
                        </a:lnSpc>
                        <a:spcAft>
                          <a:spcPts val="800"/>
                        </a:spcAft>
                        <a:buNone/>
                      </a:pPr>
                      <a:r>
                        <a:rPr lang="en-US" sz="3200" dirty="0">
                          <a:effectLst/>
                        </a:rPr>
                        <a:t>0.000000</a:t>
                      </a:r>
                      <a:endParaRPr lang="en-US" sz="3200" dirty="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marL="0" marR="0" algn="ctr">
                        <a:lnSpc>
                          <a:spcPct val="116000"/>
                        </a:lnSpc>
                        <a:spcAft>
                          <a:spcPts val="800"/>
                        </a:spcAft>
                        <a:buNone/>
                      </a:pPr>
                      <a:r>
                        <a:rPr lang="en-US" sz="3200" dirty="0">
                          <a:effectLst/>
                        </a:rPr>
                        <a:t>-0.001078557</a:t>
                      </a:r>
                      <a:endParaRPr lang="en-US" sz="3200" dirty="0">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b"/>
                </a:tc>
                <a:extLst>
                  <a:ext uri="{0D108BD9-81ED-4DB2-BD59-A6C34878D82A}">
                    <a16:rowId xmlns:a16="http://schemas.microsoft.com/office/drawing/2014/main" val="4019191337"/>
                  </a:ext>
                </a:extLst>
              </a:tr>
            </a:tbl>
          </a:graphicData>
        </a:graphic>
      </p:graphicFrame>
      <p:sp>
        <p:nvSpPr>
          <p:cNvPr id="2" name="Text Box 6">
            <a:extLst>
              <a:ext uri="{FF2B5EF4-FFF2-40B4-BE49-F238E27FC236}">
                <a16:creationId xmlns:a16="http://schemas.microsoft.com/office/drawing/2014/main" id="{724B4453-51A7-4FCE-1F48-2605DA9BFDBC}"/>
              </a:ext>
            </a:extLst>
          </p:cNvPr>
          <p:cNvSpPr txBox="1">
            <a:spLocks noChangeArrowheads="1"/>
          </p:cNvSpPr>
          <p:nvPr/>
        </p:nvSpPr>
        <p:spPr bwMode="auto">
          <a:xfrm>
            <a:off x="26445687" y="19441563"/>
            <a:ext cx="11343567" cy="947453"/>
          </a:xfrm>
          <a:prstGeom prst="rect">
            <a:avLst/>
          </a:prstGeom>
          <a:solidFill>
            <a:srgbClr val="FFC62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97665" tIns="98832" rIns="197665" bIns="98832"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4700" dirty="0">
                <a:latin typeface="+mj-lt"/>
                <a:cs typeface="Times New Roman"/>
              </a:rPr>
              <a:t>Conclusions</a:t>
            </a:r>
          </a:p>
        </p:txBody>
      </p:sp>
      <p:sp>
        <p:nvSpPr>
          <p:cNvPr id="9" name="TextBox 8">
            <a:extLst>
              <a:ext uri="{FF2B5EF4-FFF2-40B4-BE49-F238E27FC236}">
                <a16:creationId xmlns:a16="http://schemas.microsoft.com/office/drawing/2014/main" id="{6733A106-D50A-053D-A847-5AE2A1B89D4F}"/>
              </a:ext>
            </a:extLst>
          </p:cNvPr>
          <p:cNvSpPr txBox="1"/>
          <p:nvPr/>
        </p:nvSpPr>
        <p:spPr>
          <a:xfrm>
            <a:off x="26491080" y="20456649"/>
            <a:ext cx="11298173" cy="4524315"/>
          </a:xfrm>
          <a:prstGeom prst="rect">
            <a:avLst/>
          </a:prstGeom>
          <a:noFill/>
        </p:spPr>
        <p:txBody>
          <a:bodyPr wrap="square" rtlCol="0">
            <a:spAutoFit/>
          </a:bodyPr>
          <a:lstStyle/>
          <a:p>
            <a:pPr algn="just">
              <a:lnSpc>
                <a:spcPct val="100000"/>
              </a:lnSpc>
            </a:pPr>
            <a:r>
              <a:rPr lang="en-US" sz="3200" b="0" dirty="0">
                <a:latin typeface="+mj-lt"/>
                <a:cs typeface="Times New Roman" panose="02020603050405020304" pitchFamily="18" charset="0"/>
              </a:rPr>
              <a:t>This research shows that the custom-designed PET sensor performed better at lower ranges than the commercial sensor. The data of the two correlated well, but the PET sensor reading in the lower ranges was more stable and consistent than the commercial sensor. At 0.02 ppm and 0.05 ppm range, the commercial sensor could not detect formaldehyde but the PET sensor could. The custom-designed PET sensor is suitable for the supplemental monitoring of  formaldehyde VOC emissions at the level listed in Table 1. </a:t>
            </a:r>
          </a:p>
        </p:txBody>
      </p:sp>
      <p:pic>
        <p:nvPicPr>
          <p:cNvPr id="1026" name="Picture 2" descr="A drawing of a device&#10;&#10;AI-generated content may be incorrect.">
            <a:extLst>
              <a:ext uri="{FF2B5EF4-FFF2-40B4-BE49-F238E27FC236}">
                <a16:creationId xmlns:a16="http://schemas.microsoft.com/office/drawing/2014/main" id="{8F2AC4AC-2C62-B94B-2FA8-1AA6EF215A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41976" y="4451440"/>
            <a:ext cx="5413325" cy="862355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8133CC6-7B47-A500-4757-BAA4BFC296F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03494" y="6779786"/>
            <a:ext cx="7142666" cy="629520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10072A3-BC32-25B3-135B-F0DF395D13BE}"/>
                  </a:ext>
                </a:extLst>
              </p:cNvPr>
              <p:cNvSpPr txBox="1"/>
              <p:nvPr/>
            </p:nvSpPr>
            <p:spPr>
              <a:xfrm>
                <a:off x="13764500" y="23886586"/>
                <a:ext cx="11343567" cy="2372316"/>
              </a:xfrm>
              <a:prstGeom prst="rect">
                <a:avLst/>
              </a:prstGeom>
              <a:noFill/>
            </p:spPr>
            <p:txBody>
              <a:bodyPr wrap="square" rtlCol="0">
                <a:spAutoFit/>
              </a:bodyPr>
              <a:lstStyle/>
              <a:p>
                <a:pPr marL="685800" indent="-685800">
                  <a:lnSpc>
                    <a:spcPct val="100000"/>
                  </a:lnSpc>
                  <a:buFont typeface="Arial" panose="020B0604020202020204" pitchFamily="34" charset="0"/>
                  <a:buChar char="•"/>
                </a:pPr>
                <a:r>
                  <a:rPr lang="en-US" sz="3200" b="0" dirty="0">
                    <a:latin typeface="+mj-lt"/>
                  </a:rPr>
                  <a:t>Dilution Formula:C</a:t>
                </a:r>
                <a:r>
                  <a:rPr lang="en-US" sz="3200" b="0" baseline="-25000" dirty="0">
                    <a:latin typeface="+mj-lt"/>
                  </a:rPr>
                  <a:t>1</a:t>
                </a:r>
                <a:r>
                  <a:rPr lang="en-US" sz="3200" b="0" dirty="0">
                    <a:latin typeface="+mj-lt"/>
                  </a:rPr>
                  <a:t>V</a:t>
                </a:r>
                <a:r>
                  <a:rPr lang="en-US" sz="3200" b="0" baseline="-25000" dirty="0">
                    <a:latin typeface="+mj-lt"/>
                  </a:rPr>
                  <a:t>1</a:t>
                </a:r>
                <a:r>
                  <a:rPr lang="en-US" sz="3200" b="0" dirty="0">
                    <a:latin typeface="+mj-lt"/>
                  </a:rPr>
                  <a:t>= C</a:t>
                </a:r>
                <a:r>
                  <a:rPr lang="en-US" sz="3200" b="0" baseline="-25000" dirty="0">
                    <a:latin typeface="+mj-lt"/>
                  </a:rPr>
                  <a:t>2</a:t>
                </a:r>
                <a:r>
                  <a:rPr lang="en-US" sz="3200" b="0" dirty="0">
                    <a:latin typeface="+mj-lt"/>
                  </a:rPr>
                  <a:t>V</a:t>
                </a:r>
                <a:r>
                  <a:rPr lang="en-US" sz="3200" b="0" baseline="-25000" dirty="0">
                    <a:latin typeface="+mj-lt"/>
                  </a:rPr>
                  <a:t>2</a:t>
                </a:r>
                <a:endParaRPr lang="en-US" sz="3200" b="0" dirty="0">
                  <a:latin typeface="+mj-lt"/>
                </a:endParaRPr>
              </a:p>
              <a:p>
                <a:pPr marL="685800" indent="-685800">
                  <a:lnSpc>
                    <a:spcPct val="100000"/>
                  </a:lnSpc>
                  <a:buFont typeface="Arial" panose="020B0604020202020204" pitchFamily="34" charset="0"/>
                  <a:buChar char="•"/>
                </a:pPr>
                <a:r>
                  <a:rPr lang="en-US" sz="3200" b="0" dirty="0">
                    <a:latin typeface="+mj-lt"/>
                  </a:rPr>
                  <a:t>Henry’s Law: P = k C</a:t>
                </a:r>
              </a:p>
              <a:p>
                <a:pPr marL="685800" indent="-685800">
                  <a:lnSpc>
                    <a:spcPct val="100000"/>
                  </a:lnSpc>
                  <a:buFont typeface="Arial" panose="020B0604020202020204" pitchFamily="34" charset="0"/>
                  <a:buChar char="•"/>
                </a:pPr>
                <a:r>
                  <a:rPr lang="en-US" sz="3200" b="0" dirty="0">
                    <a:latin typeface="+mj-lt"/>
                  </a:rPr>
                  <a:t> Converting Output Voltage to PPM: </a:t>
                </a:r>
                <a14:m>
                  <m:oMath xmlns:m="http://schemas.openxmlformats.org/officeDocument/2006/math">
                    <m:r>
                      <m:rPr>
                        <m:sty m:val="p"/>
                      </m:rPr>
                      <a:rPr lang="en-US" sz="3200" b="0" i="0" smtClean="0">
                        <a:latin typeface="Cambria Math" panose="02040503050406030204" pitchFamily="18" charset="0"/>
                        <a:ea typeface="Cambria Math" panose="02040503050406030204" pitchFamily="18" charset="0"/>
                      </a:rPr>
                      <m:t>PPM</m:t>
                    </m:r>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𝑉</m:t>
                        </m:r>
                        <m:r>
                          <a:rPr lang="en-US" sz="3200" b="0" i="1" baseline="-25000" smtClean="0">
                            <a:latin typeface="Cambria Math" panose="02040503050406030204" pitchFamily="18" charset="0"/>
                          </a:rPr>
                          <m:t>𝑚𝑒𝑎𝑠𝑢𝑟𝑒</m:t>
                        </m:r>
                        <m:r>
                          <a:rPr lang="en-US" sz="3200" b="0" i="1" baseline="-25000" smtClean="0">
                            <a:latin typeface="Cambria Math" panose="02040503050406030204" pitchFamily="18" charset="0"/>
                          </a:rPr>
                          <m:t> −</m:t>
                        </m:r>
                        <m:r>
                          <a:rPr lang="en-US" sz="3200" b="0" i="1" smtClean="0">
                            <a:latin typeface="Cambria Math" panose="02040503050406030204" pitchFamily="18" charset="0"/>
                          </a:rPr>
                          <m:t>𝑉𝑏</m:t>
                        </m:r>
                        <m:r>
                          <a:rPr lang="en-US" sz="3200" b="0" i="1" baseline="-25000" smtClean="0">
                            <a:latin typeface="Cambria Math" panose="02040503050406030204" pitchFamily="18" charset="0"/>
                          </a:rPr>
                          <m:t>𝑎𝑠𝑒𝑙𝑖𝑛𝑒</m:t>
                        </m:r>
                      </m:num>
                      <m:den>
                        <m:r>
                          <a:rPr lang="en-US" sz="3200" b="0" i="1" smtClean="0">
                            <a:latin typeface="Cambria Math" panose="02040503050406030204" pitchFamily="18" charset="0"/>
                          </a:rPr>
                          <m:t>3.3</m:t>
                        </m:r>
                      </m:den>
                    </m:f>
                    <m:r>
                      <a:rPr lang="en-US" sz="3200" b="0" i="1" smtClean="0">
                        <a:latin typeface="Cambria Math" panose="02040503050406030204" pitchFamily="18" charset="0"/>
                        <a:ea typeface="Cambria Math" panose="02040503050406030204" pitchFamily="18" charset="0"/>
                      </a:rPr>
                      <m:t>×3</m:t>
                    </m:r>
                  </m:oMath>
                </a14:m>
                <a:r>
                  <a:rPr lang="en-US" sz="3200" b="0" dirty="0">
                    <a:latin typeface="+mj-lt"/>
                  </a:rPr>
                  <a:t> </a:t>
                </a:r>
              </a:p>
            </p:txBody>
          </p:sp>
        </mc:Choice>
        <mc:Fallback xmlns="">
          <p:sp>
            <p:nvSpPr>
              <p:cNvPr id="16" name="TextBox 15">
                <a:extLst>
                  <a:ext uri="{FF2B5EF4-FFF2-40B4-BE49-F238E27FC236}">
                    <a16:creationId xmlns:a16="http://schemas.microsoft.com/office/drawing/2014/main" id="{A10072A3-BC32-25B3-135B-F0DF395D13BE}"/>
                  </a:ext>
                </a:extLst>
              </p:cNvPr>
              <p:cNvSpPr txBox="1">
                <a:spLocks noRot="1" noChangeAspect="1" noMove="1" noResize="1" noEditPoints="1" noAdjustHandles="1" noChangeArrowheads="1" noChangeShapeType="1" noTextEdit="1"/>
              </p:cNvSpPr>
              <p:nvPr/>
            </p:nvSpPr>
            <p:spPr>
              <a:xfrm>
                <a:off x="13764500" y="23886586"/>
                <a:ext cx="11343567" cy="2372316"/>
              </a:xfrm>
              <a:prstGeom prst="rect">
                <a:avLst/>
              </a:prstGeom>
              <a:blipFill>
                <a:blip r:embed="rId7"/>
                <a:stretch>
                  <a:fillRect l="-107" t="-3590" b="-3077"/>
                </a:stretch>
              </a:blipFill>
            </p:spPr>
            <p:txBody>
              <a:bodyPr/>
              <a:lstStyle/>
              <a:p>
                <a:r>
                  <a:rPr lang="en-US">
                    <a:noFill/>
                  </a:rPr>
                  <a:t> </a:t>
                </a:r>
              </a:p>
            </p:txBody>
          </p:sp>
        </mc:Fallback>
      </mc:AlternateContent>
      <p:pic>
        <p:nvPicPr>
          <p:cNvPr id="22" name="Picture 21">
            <a:extLst>
              <a:ext uri="{FF2B5EF4-FFF2-40B4-BE49-F238E27FC236}">
                <a16:creationId xmlns:a16="http://schemas.microsoft.com/office/drawing/2014/main" id="{A0E05FF2-0EBD-60FA-BAC6-22AEC8C2D0F7}"/>
              </a:ext>
            </a:extLst>
          </p:cNvPr>
          <p:cNvPicPr>
            <a:picLocks noChangeAspect="1"/>
          </p:cNvPicPr>
          <p:nvPr/>
        </p:nvPicPr>
        <p:blipFill>
          <a:blip r:embed="rId8"/>
          <a:stretch>
            <a:fillRect/>
          </a:stretch>
        </p:blipFill>
        <p:spPr>
          <a:xfrm>
            <a:off x="21849908" y="14959829"/>
            <a:ext cx="2591018" cy="5754880"/>
          </a:xfrm>
          <a:prstGeom prst="rect">
            <a:avLst/>
          </a:prstGeom>
        </p:spPr>
      </p:pic>
      <p:sp>
        <p:nvSpPr>
          <p:cNvPr id="26" name="TextBox 25">
            <a:extLst>
              <a:ext uri="{FF2B5EF4-FFF2-40B4-BE49-F238E27FC236}">
                <a16:creationId xmlns:a16="http://schemas.microsoft.com/office/drawing/2014/main" id="{F1B03AC6-DF24-D7FD-A8D8-06793BD8C352}"/>
              </a:ext>
            </a:extLst>
          </p:cNvPr>
          <p:cNvSpPr txBox="1"/>
          <p:nvPr/>
        </p:nvSpPr>
        <p:spPr>
          <a:xfrm>
            <a:off x="26767002" y="18833141"/>
            <a:ext cx="8601962" cy="3445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dirty="0">
                <a:latin typeface="+mj-lt"/>
                <a:cs typeface="Times New Roman"/>
              </a:rPr>
              <a:t>Note: Measurement were not taken for 2 and 4 ppm</a:t>
            </a:r>
          </a:p>
        </p:txBody>
      </p:sp>
      <p:sp>
        <p:nvSpPr>
          <p:cNvPr id="10" name="TextBox 9">
            <a:extLst>
              <a:ext uri="{FF2B5EF4-FFF2-40B4-BE49-F238E27FC236}">
                <a16:creationId xmlns:a16="http://schemas.microsoft.com/office/drawing/2014/main" id="{78DEF985-35DA-B345-10CD-07B9D22473DD}"/>
              </a:ext>
            </a:extLst>
          </p:cNvPr>
          <p:cNvSpPr txBox="1"/>
          <p:nvPr/>
        </p:nvSpPr>
        <p:spPr>
          <a:xfrm>
            <a:off x="12997596" y="13569232"/>
            <a:ext cx="5502084" cy="3445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mj-lt"/>
                <a:cs typeface="Times New Roman"/>
              </a:rPr>
              <a:t>Figure 1: Exploded View of PET Sensor</a:t>
            </a:r>
          </a:p>
        </p:txBody>
      </p:sp>
      <p:sp>
        <p:nvSpPr>
          <p:cNvPr id="19" name="TextBox 18">
            <a:extLst>
              <a:ext uri="{FF2B5EF4-FFF2-40B4-BE49-F238E27FC236}">
                <a16:creationId xmlns:a16="http://schemas.microsoft.com/office/drawing/2014/main" id="{0F5E8A7D-A26D-0BA9-3DA4-F5A66FE86AE0}"/>
              </a:ext>
            </a:extLst>
          </p:cNvPr>
          <p:cNvSpPr txBox="1"/>
          <p:nvPr/>
        </p:nvSpPr>
        <p:spPr>
          <a:xfrm>
            <a:off x="20843741" y="20913014"/>
            <a:ext cx="4603351" cy="3445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dirty="0">
                <a:latin typeface="+mj-lt"/>
                <a:cs typeface="Times New Roman"/>
              </a:rPr>
              <a:t>Figure 4: EG Air Quality Monitor </a:t>
            </a:r>
          </a:p>
        </p:txBody>
      </p:sp>
      <p:sp>
        <p:nvSpPr>
          <p:cNvPr id="27" name="TextBox 26">
            <a:extLst>
              <a:ext uri="{FF2B5EF4-FFF2-40B4-BE49-F238E27FC236}">
                <a16:creationId xmlns:a16="http://schemas.microsoft.com/office/drawing/2014/main" id="{8FD2186F-4B39-4E66-EE26-3CE69D3A718F}"/>
              </a:ext>
            </a:extLst>
          </p:cNvPr>
          <p:cNvSpPr txBox="1"/>
          <p:nvPr/>
        </p:nvSpPr>
        <p:spPr>
          <a:xfrm>
            <a:off x="28746737" y="11571086"/>
            <a:ext cx="7389426" cy="3445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dirty="0">
                <a:latin typeface="+mj-lt"/>
                <a:cs typeface="Times New Roman"/>
              </a:rPr>
              <a:t>Table 2: Measurement of Commercial and PET Sensor </a:t>
            </a:r>
          </a:p>
        </p:txBody>
      </p:sp>
      <p:sp>
        <p:nvSpPr>
          <p:cNvPr id="29" name="TextBox 28">
            <a:extLst>
              <a:ext uri="{FF2B5EF4-FFF2-40B4-BE49-F238E27FC236}">
                <a16:creationId xmlns:a16="http://schemas.microsoft.com/office/drawing/2014/main" id="{14728D60-A7AC-3DF4-AF3F-48B2BC2EE840}"/>
              </a:ext>
            </a:extLst>
          </p:cNvPr>
          <p:cNvSpPr txBox="1"/>
          <p:nvPr/>
        </p:nvSpPr>
        <p:spPr>
          <a:xfrm>
            <a:off x="28604033" y="18304365"/>
            <a:ext cx="7669501" cy="3445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dirty="0">
                <a:latin typeface="+mj-lt"/>
                <a:cs typeface="Times New Roman"/>
              </a:rPr>
              <a:t>Figure 5: Measurement of Commercial and PET Sensor </a:t>
            </a:r>
          </a:p>
        </p:txBody>
      </p:sp>
      <p:graphicFrame>
        <p:nvGraphicFramePr>
          <p:cNvPr id="30" name="Chart 29">
            <a:extLst>
              <a:ext uri="{FF2B5EF4-FFF2-40B4-BE49-F238E27FC236}">
                <a16:creationId xmlns:a16="http://schemas.microsoft.com/office/drawing/2014/main" id="{2208205E-FE06-0A5C-BB54-34B8F7AF4842}"/>
              </a:ext>
            </a:extLst>
          </p:cNvPr>
          <p:cNvGraphicFramePr>
            <a:graphicFrameLocks/>
          </p:cNvGraphicFramePr>
          <p:nvPr>
            <p:extLst>
              <p:ext uri="{D42A27DB-BD31-4B8C-83A1-F6EECF244321}">
                <p14:modId xmlns:p14="http://schemas.microsoft.com/office/powerpoint/2010/main" val="412332815"/>
              </p:ext>
            </p:extLst>
          </p:nvPr>
        </p:nvGraphicFramePr>
        <p:xfrm>
          <a:off x="26767001" y="12099862"/>
          <a:ext cx="11343567" cy="5940599"/>
        </p:xfrm>
        <a:graphic>
          <a:graphicData uri="http://schemas.openxmlformats.org/drawingml/2006/chart">
            <c:chart xmlns:c="http://schemas.openxmlformats.org/drawingml/2006/chart" xmlns:r="http://schemas.openxmlformats.org/officeDocument/2006/relationships" r:id="rId9"/>
          </a:graphicData>
        </a:graphic>
      </p:graphicFrame>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CUR Poster Template 36x48" id="{0CC358E2-3C37-2F40-9A70-B24A64A60AA6}" vid="{3BB2964C-6EF2-244A-8844-07F47C7D6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34f2631-d467-428f-9ddf-4b3561112e79">
      <Terms xmlns="http://schemas.microsoft.com/office/infopath/2007/PartnerControls"/>
    </lcf76f155ced4ddcb4097134ff3c332f>
    <TaxCatchAll xmlns="99e86e68-fb70-472c-9eb6-a9b40560a74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BEDED430FF8E149ABA5AC10C91C9BED" ma:contentTypeVersion="12" ma:contentTypeDescription="Create a new document." ma:contentTypeScope="" ma:versionID="20c5e081e521382d2fe010d52f0222a4">
  <xsd:schema xmlns:xsd="http://www.w3.org/2001/XMLSchema" xmlns:xs="http://www.w3.org/2001/XMLSchema" xmlns:p="http://schemas.microsoft.com/office/2006/metadata/properties" xmlns:ns2="734f2631-d467-428f-9ddf-4b3561112e79" xmlns:ns3="99e86e68-fb70-472c-9eb6-a9b40560a749" targetNamespace="http://schemas.microsoft.com/office/2006/metadata/properties" ma:root="true" ma:fieldsID="4d1d567dbeaf8e28c8fca9e9d3dae14f" ns2:_="" ns3:_="">
    <xsd:import namespace="734f2631-d467-428f-9ddf-4b3561112e79"/>
    <xsd:import namespace="99e86e68-fb70-472c-9eb6-a9b40560a74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4f2631-d467-428f-9ddf-4b3561112e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16867a8-d3dd-450c-8722-94d742a2adf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9e86e68-fb70-472c-9eb6-a9b40560a74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218c4e7-64a1-4e37-b2a1-ca168da34735}" ma:internalName="TaxCatchAll" ma:showField="CatchAllData" ma:web="99e86e68-fb70-472c-9eb6-a9b40560a74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416DDC0-C91B-4238-965F-469BCCF0CB75}">
  <ds:schemaRefs>
    <ds:schemaRef ds:uri="http://schemas.microsoft.com/sharepoint/v3/contenttype/forms"/>
  </ds:schemaRefs>
</ds:datastoreItem>
</file>

<file path=customXml/itemProps2.xml><?xml version="1.0" encoding="utf-8"?>
<ds:datastoreItem xmlns:ds="http://schemas.openxmlformats.org/officeDocument/2006/customXml" ds:itemID="{FD5471EF-55C7-4A11-9978-CB0E093A544C}">
  <ds:schemaRefs>
    <ds:schemaRef ds:uri="http://purl.org/dc/terms/"/>
    <ds:schemaRef ds:uri="http://schemas.microsoft.com/office/2006/metadata/properties"/>
    <ds:schemaRef ds:uri="http://www.w3.org/XML/1998/namespace"/>
    <ds:schemaRef ds:uri="http://purl.org/dc/elements/1.1/"/>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99e86e68-fb70-472c-9eb6-a9b40560a749"/>
    <ds:schemaRef ds:uri="734f2631-d467-428f-9ddf-4b3561112e79"/>
  </ds:schemaRefs>
</ds:datastoreItem>
</file>

<file path=customXml/itemProps3.xml><?xml version="1.0" encoding="utf-8"?>
<ds:datastoreItem xmlns:ds="http://schemas.openxmlformats.org/officeDocument/2006/customXml" ds:itemID="{029625DF-3E9B-4B19-89B4-88A7558DE5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4f2631-d467-428f-9ddf-4b3561112e79"/>
    <ds:schemaRef ds:uri="99e86e68-fb70-472c-9eb6-a9b40560a7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578</TotalTime>
  <Words>942</Words>
  <Application>Microsoft Office PowerPoint</Application>
  <PresentationFormat>Custom</PresentationFormat>
  <Paragraphs>70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Calibri</vt:lpstr>
      <vt:lpstr>Cambria Math</vt:lpstr>
      <vt:lpstr>Times New Roman</vt:lpstr>
      <vt:lpstr>Default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Anh Phung</cp:lastModifiedBy>
  <cp:revision>49</cp:revision>
  <cp:lastPrinted>2019-03-20T19:53:15Z</cp:lastPrinted>
  <dcterms:created xsi:type="dcterms:W3CDTF">2019-02-04T20:33:55Z</dcterms:created>
  <dcterms:modified xsi:type="dcterms:W3CDTF">2026-04-03T19:53:07Z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0x0101009BEDED430FF8E149ABA5AC10C91C9BED</vt:lpwstr>
  </property>
  <property fmtid="{D5CDD505-2E9C-101B-9397-08002B2CF9AE}" pid="3" name="MediaServiceImageTags">
    <vt:lpwstr/>
  </property>
</Properties>
</file>